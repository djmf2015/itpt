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8519" autoAdjust="0"/>
  </p:normalViewPr>
  <p:slideViewPr>
    <p:cSldViewPr>
      <p:cViewPr varScale="1">
        <p:scale>
          <a:sx n="103" d="100"/>
          <a:sy n="103" d="100"/>
        </p:scale>
        <p:origin x="188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79CE3-82F2-4C59-9B51-4CFDFDE58B1D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F59F5-1873-461B-9802-048F31C2C6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9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ABA71-EE8A-433D-BA80-CF02CF96BD1B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9273C-A690-42D9-B484-F858C74B18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infoadmin/comms/Shared%20Images/College%20Logos/FVC%20Logo.jp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3AA589CB-177F-084F-95C3-A89C984698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20">
            <a:extLst>
              <a:ext uri="{FF2B5EF4-FFF2-40B4-BE49-F238E27FC236}">
                <a16:creationId xmlns:a16="http://schemas.microsoft.com/office/drawing/2014/main" id="{7CE56C53-D3AF-704A-A6A3-7085206448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4624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5" name="Picture 64">
            <a:hlinkClick r:id="rId3"/>
            <a:extLst>
              <a:ext uri="{FF2B5EF4-FFF2-40B4-BE49-F238E27FC236}">
                <a16:creationId xmlns:a16="http://schemas.microsoft.com/office/drawing/2014/main" id="{FC9BF284-826D-4640-8DD1-2A2F6ABADFF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1154" y="950914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4548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33649-3477-CD48-9D11-268F183BE7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A71878A-9549-1F47-BCAE-17647231CF1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581F58D-E49B-0246-816C-38BE0D57E8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5694E20C-7C9E-A74B-87DF-4F0A1F0D6F0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107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668193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844849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220914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982807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401738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90580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12445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762447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351899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889339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625969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984948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43814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56740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908610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20"/>
          <p:cNvSpPr>
            <a:spLocks noChangeArrowheads="1"/>
          </p:cNvSpPr>
          <p:nvPr userDrawn="1"/>
        </p:nvSpPr>
        <p:spPr bwMode="auto">
          <a:xfrm>
            <a:off x="0" y="6324624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357290" y="3429000"/>
            <a:ext cx="6429420" cy="642942"/>
          </a:xfrm>
          <a:ln w="25400">
            <a:noFill/>
            <a:prstDash val="sysDash"/>
          </a:ln>
        </p:spPr>
        <p:txBody>
          <a:bodyPr>
            <a:normAutofit/>
          </a:bodyPr>
          <a:lstStyle>
            <a:lvl1pPr algn="ctr">
              <a:defRPr sz="3000">
                <a:solidFill>
                  <a:srgbClr val="8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29420" cy="895344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solidFill>
                  <a:srgbClr val="8080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46322A33-F146-4D42-849F-347156E75ED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720145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58204" cy="468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357290" y="3429000"/>
            <a:ext cx="6429420" cy="642942"/>
          </a:xfrm>
          <a:ln w="25400">
            <a:noFill/>
            <a:prstDash val="sysDash"/>
          </a:ln>
        </p:spPr>
        <p:txBody>
          <a:bodyPr>
            <a:normAutofit/>
          </a:bodyPr>
          <a:lstStyle>
            <a:lvl1pPr algn="ctr">
              <a:defRPr sz="3000">
                <a:solidFill>
                  <a:srgbClr val="8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29420" cy="895344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solidFill>
                  <a:srgbClr val="8080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Rectangle 3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8763000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87CD62C5-E97A-664C-B2E9-8B00C522F27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720145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8792496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143932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143932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ilding, Engineering &amp; Energ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ilding, Engineering &amp; Energ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si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Creative Industri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Faculty of Creative Industri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Creative Industri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Education &amp; Socie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Education &amp; Socie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Nautical Stud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187624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87624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57298"/>
            <a:ext cx="4038600" cy="46434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57298"/>
            <a:ext cx="4038600" cy="46434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8792496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28596" y="1071546"/>
            <a:ext cx="4038600" cy="5429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4619596" y="1071546"/>
            <a:ext cx="4038600" cy="5429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25388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19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38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11/19/19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58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649" r:id="rId18"/>
    <p:sldLayoutId id="2147483660" r:id="rId19"/>
    <p:sldLayoutId id="2147483668" r:id="rId20"/>
    <p:sldLayoutId id="2147483683" r:id="rId21"/>
    <p:sldLayoutId id="2147483704" r:id="rId22"/>
    <p:sldLayoutId id="2147483705" r:id="rId23"/>
    <p:sldLayoutId id="2147483699" r:id="rId24"/>
    <p:sldLayoutId id="2147483696" r:id="rId25"/>
    <p:sldLayoutId id="2147483697" r:id="rId26"/>
    <p:sldLayoutId id="2147483700" r:id="rId27"/>
    <p:sldLayoutId id="2147483701" r:id="rId28"/>
    <p:sldLayoutId id="2147483707" r:id="rId29"/>
    <p:sldLayoutId id="2147483698" r:id="rId30"/>
    <p:sldLayoutId id="2147483702" r:id="rId31"/>
    <p:sldLayoutId id="2147483703" r:id="rId32"/>
    <p:sldLayoutId id="2147483706" r:id="rId33"/>
    <p:sldLayoutId id="2147483652" r:id="rId34"/>
    <p:sldLayoutId id="2147483685" r:id="rId35"/>
    <p:sldLayoutId id="2147483708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Computing: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Why Projects Fail</a:t>
            </a:r>
          </a:p>
        </p:txBody>
      </p:sp>
    </p:spTree>
    <p:extLst>
      <p:ext uri="{BB962C8B-B14F-4D97-AF65-F5344CB8AC3E}">
        <p14:creationId xmlns:p14="http://schemas.microsoft.com/office/powerpoint/2010/main" val="90036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Ten reasons why projects fail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altLang="en-US"/>
              <a:t>Inadequate analysis – The problem to be solved is not clearly understood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altLang="en-US"/>
              <a:t>Poor project visualisation – a common view of the project is required by the whole team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r>
              <a:rPr lang="en-GB" altLang="en-US"/>
              <a:t>Unclear goals and objectives – a successful plan must identify and clarify what needs to be done, when, where, how and by whom</a:t>
            </a:r>
          </a:p>
          <a:p>
            <a:pPr marL="571500" indent="-571500" eaLnBrk="1" hangingPunct="1">
              <a:lnSpc>
                <a:spcPct val="90000"/>
              </a:lnSpc>
              <a:buFont typeface="Wingdings" pitchFamily="2" charset="2"/>
              <a:buAutoNum type="arabicPeriod"/>
            </a:pPr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7504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85875"/>
            <a:ext cx="8229600" cy="4324350"/>
          </a:xfrm>
        </p:spPr>
        <p:txBody>
          <a:bodyPr>
            <a:normAutofit lnSpcReduction="10000"/>
          </a:bodyPr>
          <a:lstStyle/>
          <a:p>
            <a:pPr marL="571500" indent="-571500" eaLnBrk="1" hangingPunct="1">
              <a:buFont typeface="Wingdings" pitchFamily="2" charset="2"/>
              <a:buAutoNum type="arabicPeriod" startAt="4"/>
            </a:pPr>
            <a:r>
              <a:rPr lang="en-GB" altLang="en-US" sz="2600"/>
              <a:t>Unrealistic goals and objectives – ideas that sounded great at the planning stages may end up being unattainable</a:t>
            </a:r>
          </a:p>
          <a:p>
            <a:pPr marL="571500" indent="-571500" eaLnBrk="1" hangingPunct="1">
              <a:buFont typeface="Wingdings" pitchFamily="2" charset="2"/>
              <a:buAutoNum type="arabicPeriod" startAt="4"/>
            </a:pPr>
            <a:r>
              <a:rPr lang="en-GB" altLang="en-US" sz="2600"/>
              <a:t>Scope creep – as a project moves on it may gain other goals and objectives that were not part of the original plan</a:t>
            </a:r>
          </a:p>
          <a:p>
            <a:pPr marL="571500" indent="-571500" eaLnBrk="1" hangingPunct="1">
              <a:buFont typeface="Wingdings" pitchFamily="2" charset="2"/>
              <a:buAutoNum type="arabicPeriod" startAt="4"/>
            </a:pPr>
            <a:r>
              <a:rPr lang="en-GB" altLang="en-US" sz="2600"/>
              <a:t>Inadequate specification – the requirement specification does not completely clarify the system’s functional objectives or non-functional objectives</a:t>
            </a:r>
          </a:p>
        </p:txBody>
      </p:sp>
    </p:spTree>
    <p:extLst>
      <p:ext uri="{BB962C8B-B14F-4D97-AF65-F5344CB8AC3E}">
        <p14:creationId xmlns:p14="http://schemas.microsoft.com/office/powerpoint/2010/main" val="257212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85875"/>
            <a:ext cx="8229600" cy="4324350"/>
          </a:xfrm>
        </p:spPr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 startAt="7"/>
            </a:pPr>
            <a:r>
              <a:rPr lang="en-GB" altLang="en-US" sz="2600"/>
              <a:t>Lack of standards – not everyone in the project team is following the same standard, e.g. completing different types of system documentation</a:t>
            </a:r>
          </a:p>
          <a:p>
            <a:pPr marL="571500" indent="-571500" eaLnBrk="1" hangingPunct="1">
              <a:buFont typeface="Wingdings" pitchFamily="2" charset="2"/>
              <a:buAutoNum type="arabicPeriod" startAt="7"/>
            </a:pPr>
            <a:r>
              <a:rPr lang="en-GB" altLang="en-US" sz="2600"/>
              <a:t>Lack of up to date documentation – for the project to run smoothly the information must be kept current. Out of date info could cause mistakes which may become very expensive to fix</a:t>
            </a:r>
          </a:p>
        </p:txBody>
      </p:sp>
    </p:spTree>
    <p:extLst>
      <p:ext uri="{BB962C8B-B14F-4D97-AF65-F5344CB8AC3E}">
        <p14:creationId xmlns:p14="http://schemas.microsoft.com/office/powerpoint/2010/main" val="241673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071563"/>
            <a:ext cx="8229600" cy="4324350"/>
          </a:xfrm>
        </p:spPr>
        <p:txBody>
          <a:bodyPr/>
          <a:lstStyle/>
          <a:p>
            <a:pPr marL="571500" indent="-571500" eaLnBrk="1" hangingPunct="1">
              <a:buFont typeface="Wingdings" pitchFamily="2" charset="2"/>
              <a:buAutoNum type="arabicPeriod" startAt="9"/>
            </a:pPr>
            <a:r>
              <a:rPr lang="en-GB" altLang="en-US"/>
              <a:t>No contingency planning – if a task is completed late it may impact on other tasks that have to be completed</a:t>
            </a:r>
          </a:p>
          <a:p>
            <a:pPr marL="571500" indent="-571500" eaLnBrk="1" hangingPunct="1">
              <a:buFont typeface="Wingdings" pitchFamily="2" charset="2"/>
              <a:buAutoNum type="arabicPeriod" startAt="9"/>
            </a:pPr>
            <a:r>
              <a:rPr lang="en-GB" altLang="en-US"/>
              <a:t>Lack of communication – the project team should be kept informed of how the plan is progressing and whether milestones have been met</a:t>
            </a:r>
          </a:p>
        </p:txBody>
      </p:sp>
    </p:spTree>
    <p:extLst>
      <p:ext uri="{BB962C8B-B14F-4D97-AF65-F5344CB8AC3E}">
        <p14:creationId xmlns:p14="http://schemas.microsoft.com/office/powerpoint/2010/main" val="38772120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{38541FE1-BA34-2D46-BDD9-01037E333095}tf10001122</Template>
  <TotalTime>16</TotalTime>
  <Words>227</Words>
  <Application>Microsoft Macintosh PowerPoint</Application>
  <PresentationFormat>On-screen Show (4:3)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Tw Cen MT</vt:lpstr>
      <vt:lpstr>Wingdings</vt:lpstr>
      <vt:lpstr>Circuit</vt:lpstr>
      <vt:lpstr>Computing: Planning</vt:lpstr>
      <vt:lpstr>Ten reasons why projects fail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Computing: Planning</dc:title>
  <dc:creator>bgrantham</dc:creator>
  <cp:keywords>CALM Powerpoint Template</cp:keywords>
  <dc:description>CALM PowerPoint Template from the City of Glasgow College.</dc:description>
  <cp:lastModifiedBy>Arsalan Rashid</cp:lastModifiedBy>
  <cp:revision>5</cp:revision>
  <dcterms:created xsi:type="dcterms:W3CDTF">2017-08-28T10:36:41Z</dcterms:created>
  <dcterms:modified xsi:type="dcterms:W3CDTF">2019-11-19T10:17:27Z</dcterms:modified>
  <dc:language>English</dc:language>
</cp:coreProperties>
</file>