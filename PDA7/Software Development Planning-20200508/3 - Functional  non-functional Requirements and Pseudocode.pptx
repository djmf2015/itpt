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5"/>
  </p:notesMasterIdLst>
  <p:sldIdLst>
    <p:sldId id="256" r:id="rId2"/>
    <p:sldId id="263" r:id="rId3"/>
    <p:sldId id="264" r:id="rId4"/>
    <p:sldId id="260" r:id="rId5"/>
    <p:sldId id="261" r:id="rId6"/>
    <p:sldId id="266" r:id="rId7"/>
    <p:sldId id="265" r:id="rId8"/>
    <p:sldId id="267" r:id="rId9"/>
    <p:sldId id="274" r:id="rId10"/>
    <p:sldId id="275" r:id="rId11"/>
    <p:sldId id="276" r:id="rId12"/>
    <p:sldId id="277" r:id="rId13"/>
    <p:sldId id="27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7"/>
  </p:normalViewPr>
  <p:slideViewPr>
    <p:cSldViewPr>
      <p:cViewPr varScale="1">
        <p:scale>
          <a:sx n="110" d="100"/>
          <a:sy n="110" d="100"/>
        </p:scale>
        <p:origin x="168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7937A9-F41E-4A17-8112-26FACF46F6B5}" type="datetimeFigureOut">
              <a:rPr lang="en-GB" smtClean="0"/>
              <a:t>19/11/2019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519C83-3AB8-497F-A0C4-F2A90D24F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720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7CA892A-360B-4096-81C1-5F3E3958AA2F}" type="datetime1">
              <a:rPr lang="en-US" smtClean="0"/>
              <a:t>11/19/19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r>
              <a:rPr lang="en-US"/>
              <a:t>City of Glasgow College DScott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4BF554D1-F8F0-4534-89DC-F265F433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9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7556392B-C519-4987-B459-1E1D9A431763}" type="datetime1">
              <a:rPr lang="en-US" smtClean="0"/>
              <a:t>11/19/19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r>
              <a:rPr lang="en-US"/>
              <a:t>City of Glasgow College DScott</a:t>
            </a:r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4BF554D1-F8F0-4534-89DC-F265F433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409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4E77A-4B90-45BB-A4C2-95F2D8715DFC}" type="datetime1">
              <a:rPr lang="en-US" smtClean="0"/>
              <a:t>11/19/19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City of Glasgow College DScott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54D1-F8F0-4534-89DC-F265F433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677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4028-7E42-4B9B-97B5-2F0C4C6B6B36}" type="datetime1">
              <a:rPr lang="en-US" smtClean="0"/>
              <a:t>11/19/19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City of Glasgow College DScott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54D1-F8F0-4534-89DC-F265F433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511430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68CC-8F96-4728-8D4C-ACA775A15588}" type="datetime1">
              <a:rPr lang="en-US" smtClean="0"/>
              <a:t>11/19/19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City of Glasgow College DScott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54D1-F8F0-4534-89DC-F265F433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07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670E1-E4C3-4201-BF8B-85C88787F438}" type="datetime1">
              <a:rPr lang="en-US" smtClean="0"/>
              <a:t>11/19/19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City of Glasgow College DScott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54D1-F8F0-4534-89DC-F265F433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29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BE5A-751C-4675-B0DC-73A3962F309B}" type="datetime1">
              <a:rPr lang="en-US" smtClean="0"/>
              <a:t>11/19/19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City of Glasgow College DScott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54D1-F8F0-4534-89DC-F265F433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76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9A448-3FA5-4272-8BCB-E8DE36067880}" type="datetime1">
              <a:rPr lang="en-US" smtClean="0"/>
              <a:t>11/19/19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City of Glasgow College DScott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54D1-F8F0-4534-89DC-F265F433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73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4EAA3-ED42-4095-B612-5EBFA35A7443}" type="datetime1">
              <a:rPr lang="en-US" smtClean="0"/>
              <a:t>11/19/19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City of Glasgow College DScott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54D1-F8F0-4534-89DC-F265F433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55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4028-7E42-4B9B-97B5-2F0C4C6B6B36}" type="datetime1">
              <a:rPr lang="en-US" smtClean="0"/>
              <a:t>11/19/19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City of Glasgow College DScott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54D1-F8F0-4534-89DC-F265F433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241009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4028-7E42-4B9B-97B5-2F0C4C6B6B36}" type="datetime1">
              <a:rPr lang="en-US" smtClean="0"/>
              <a:t>11/19/19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City of Glasgow College DScott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54D1-F8F0-4534-89DC-F265F433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619672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4028-7E42-4B9B-97B5-2F0C4C6B6B36}" type="datetime1">
              <a:rPr lang="en-US" smtClean="0"/>
              <a:t>11/19/19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City of Glasgow College DScott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54D1-F8F0-4534-89DC-F265F43305B1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2442808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4028-7E42-4B9B-97B5-2F0C4C6B6B36}" type="datetime1">
              <a:rPr lang="en-US" smtClean="0"/>
              <a:t>11/19/19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City of Glasgow College DScott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54D1-F8F0-4534-89DC-F265F433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307485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4028-7E42-4B9B-97B5-2F0C4C6B6B36}" type="datetime1">
              <a:rPr lang="en-US" smtClean="0"/>
              <a:t>11/19/19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City of Glasgow College DScott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54D1-F8F0-4534-89DC-F265F433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564863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4028-7E42-4B9B-97B5-2F0C4C6B6B36}" type="datetime1">
              <a:rPr lang="en-US" smtClean="0"/>
              <a:t>11/19/19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City of Glasgow College DScott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54D1-F8F0-4534-89DC-F265F433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937056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4093F-091D-4002-B8A2-B5F3A9FE3DBE}" type="datetime1">
              <a:rPr lang="en-US" smtClean="0"/>
              <a:t>11/19/19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City of Glasgow College DScott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54D1-F8F0-4534-89DC-F265F433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9741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9E5B-4600-42FA-A787-FE71D82AEB97}" type="datetime1">
              <a:rPr lang="en-US" smtClean="0"/>
              <a:t>11/19/19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City of Glasgow College DScott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54D1-F8F0-4534-89DC-F265F433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315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E4028-7E42-4B9B-97B5-2F0C4C6B6B36}" type="datetime1">
              <a:rPr lang="en-US" smtClean="0"/>
              <a:t>11/19/19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City of Glasgow College DScott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554D1-F8F0-4534-89DC-F265F433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017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2235200"/>
            <a:ext cx="6593681" cy="2387600"/>
          </a:xfrm>
        </p:spPr>
        <p:txBody>
          <a:bodyPr/>
          <a:lstStyle/>
          <a:p>
            <a:r>
              <a:rPr lang="en-GB" dirty="0"/>
              <a:t>Functional and Non-Functional Requirements</a:t>
            </a:r>
            <a:endParaRPr lang="en-US" dirty="0"/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A9C47870-8976-AC4F-B078-156E572AD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818209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3878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What are Functional Requirements?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05000"/>
            <a:ext cx="1676400" cy="167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14600" y="2971800"/>
            <a:ext cx="6096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Functional Requirements </a:t>
            </a:r>
            <a:r>
              <a:rPr lang="en-GB" sz="3200" dirty="0"/>
              <a:t>are items or components that are required to make something work (function) correctly to a pre-determine specification.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51618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What are Non - Functional Requirements?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05000"/>
            <a:ext cx="1676400" cy="167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14600" y="2971800"/>
            <a:ext cx="6096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Non-Functional Requirements </a:t>
            </a:r>
            <a:r>
              <a:rPr lang="en-GB" sz="3200" dirty="0"/>
              <a:t>are items or components that don’t have an impact on how something performs or functions.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30303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What is a Functional Requirement of a Car?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406" y="2880520"/>
            <a:ext cx="2591594" cy="259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365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What is a Functional Requirement of a Car?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961034"/>
            <a:ext cx="2390775" cy="191452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438400"/>
            <a:ext cx="2173436" cy="22265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731" y="2861147"/>
            <a:ext cx="2257425" cy="20288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62040" y="5105400"/>
            <a:ext cx="841215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/>
              <a:t>A car needs to take you from A to B . To do this it has to accelerate, Slow down and turn corners. To do this it </a:t>
            </a:r>
            <a:r>
              <a:rPr lang="en-GB" sz="2400" b="1" dirty="0"/>
              <a:t>Requires</a:t>
            </a:r>
            <a:r>
              <a:rPr lang="en-GB" sz="2400" dirty="0"/>
              <a:t>: </a:t>
            </a:r>
            <a:r>
              <a:rPr lang="en-GB" sz="2400" b="1" dirty="0"/>
              <a:t>Engine , Wheels, Steering Wheel, Gearbox, Accelerator, Brake and Petrol.</a:t>
            </a:r>
          </a:p>
          <a:p>
            <a:pPr algn="ctr"/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1988273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What is a Non-Functional Requirement of a Car?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406" y="2880520"/>
            <a:ext cx="2591594" cy="259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928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Non-Functional Requirements of a Car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133600"/>
            <a:ext cx="2136349" cy="1600200"/>
          </a:xfrm>
        </p:spPr>
      </p:pic>
      <p:sp>
        <p:nvSpPr>
          <p:cNvPr id="7" name="Rectangle 6"/>
          <p:cNvSpPr/>
          <p:nvPr/>
        </p:nvSpPr>
        <p:spPr>
          <a:xfrm>
            <a:off x="740525" y="5366107"/>
            <a:ext cx="84121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GB" sz="2400" b="1" dirty="0"/>
          </a:p>
          <a:p>
            <a:pPr algn="ctr"/>
            <a:r>
              <a:rPr lang="en-GB" sz="2400" b="1" dirty="0"/>
              <a:t>Car radio, Sunroof, electric windows and Colour choice. </a:t>
            </a:r>
          </a:p>
          <a:p>
            <a:pPr algn="ctr"/>
            <a:r>
              <a:rPr lang="en-GB" sz="2400" b="1" dirty="0"/>
              <a:t>A car can still function correctly without any of the above.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7722" y="2659787"/>
            <a:ext cx="2286000" cy="14573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661964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035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pacman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981200" y="609600"/>
            <a:ext cx="5638800" cy="5638800"/>
          </a:xfrm>
        </p:spPr>
      </p:pic>
    </p:spTree>
    <p:extLst>
      <p:ext uri="{BB962C8B-B14F-4D97-AF65-F5344CB8AC3E}">
        <p14:creationId xmlns:p14="http://schemas.microsoft.com/office/powerpoint/2010/main" val="2068455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3356992"/>
            <a:ext cx="8064896" cy="576064"/>
          </a:xfrm>
        </p:spPr>
        <p:txBody>
          <a:bodyPr>
            <a:noAutofit/>
          </a:bodyPr>
          <a:lstStyle/>
          <a:p>
            <a:pPr algn="ctr"/>
            <a:r>
              <a:rPr lang="en-GB" sz="4200" dirty="0"/>
              <a:t>What is Pseudocode ?</a:t>
            </a:r>
          </a:p>
        </p:txBody>
      </p:sp>
    </p:spTree>
    <p:extLst>
      <p:ext uri="{BB962C8B-B14F-4D97-AF65-F5344CB8AC3E}">
        <p14:creationId xmlns:p14="http://schemas.microsoft.com/office/powerpoint/2010/main" val="3441538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576064"/>
          </a:xfrm>
        </p:spPr>
        <p:txBody>
          <a:bodyPr>
            <a:normAutofit fontScale="90000"/>
          </a:bodyPr>
          <a:lstStyle/>
          <a:p>
            <a:r>
              <a:rPr lang="en-GB" dirty="0"/>
              <a:t>Pseudo – Dictionary Meaning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691680" y="1772816"/>
            <a:ext cx="5760640" cy="4528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City of Glasgow College DScott</a:t>
            </a:r>
          </a:p>
        </p:txBody>
      </p:sp>
    </p:spTree>
    <p:extLst>
      <p:ext uri="{BB962C8B-B14F-4D97-AF65-F5344CB8AC3E}">
        <p14:creationId xmlns:p14="http://schemas.microsoft.com/office/powerpoint/2010/main" val="3439931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76673"/>
            <a:ext cx="7992888" cy="576063"/>
          </a:xfrm>
        </p:spPr>
        <p:txBody>
          <a:bodyPr>
            <a:normAutofit fontScale="90000"/>
          </a:bodyPr>
          <a:lstStyle/>
          <a:p>
            <a:r>
              <a:rPr lang="en-GB" dirty="0"/>
              <a:t>What is Pseudocode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2420889"/>
            <a:ext cx="7474024" cy="3888472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As we know most programs are developed using </a:t>
            </a:r>
            <a:r>
              <a:rPr lang="en-GB" dirty="0">
                <a:solidFill>
                  <a:schemeClr val="tx2"/>
                </a:solidFill>
              </a:rPr>
              <a:t>programming/scripting  languages</a:t>
            </a:r>
            <a:endParaRPr lang="en-GB" dirty="0"/>
          </a:p>
          <a:p>
            <a:pPr marL="45720" indent="0">
              <a:buNone/>
            </a:pPr>
            <a:endParaRPr lang="en-GB" dirty="0"/>
          </a:p>
          <a:p>
            <a:r>
              <a:rPr lang="en-GB" dirty="0"/>
              <a:t>These languages have specific </a:t>
            </a:r>
            <a:r>
              <a:rPr lang="en-GB" dirty="0">
                <a:solidFill>
                  <a:schemeClr val="tx2"/>
                </a:solidFill>
              </a:rPr>
              <a:t>syntax</a:t>
            </a:r>
            <a:r>
              <a:rPr lang="en-GB" dirty="0"/>
              <a:t> that must be used so that the </a:t>
            </a:r>
            <a:r>
              <a:rPr lang="en-GB" dirty="0">
                <a:solidFill>
                  <a:schemeClr val="tx2"/>
                </a:solidFill>
              </a:rPr>
              <a:t>program</a:t>
            </a:r>
            <a:r>
              <a:rPr lang="en-GB" dirty="0"/>
              <a:t> will run properly</a:t>
            </a:r>
            <a:br>
              <a:rPr lang="en-GB" dirty="0"/>
            </a:br>
            <a:endParaRPr lang="en-GB" dirty="0"/>
          </a:p>
          <a:p>
            <a:r>
              <a:rPr lang="en-GB" dirty="0">
                <a:solidFill>
                  <a:schemeClr val="tx2"/>
                </a:solidFill>
              </a:rPr>
              <a:t>Pseudocode</a:t>
            </a:r>
            <a:r>
              <a:rPr lang="en-GB" dirty="0"/>
              <a:t> is not a programming language, but instead a very simple way of describing (in plain English or any other language) a set of </a:t>
            </a:r>
            <a:r>
              <a:rPr lang="en-GB" dirty="0">
                <a:solidFill>
                  <a:schemeClr val="tx2"/>
                </a:solidFill>
              </a:rPr>
              <a:t>instructions</a:t>
            </a:r>
            <a:r>
              <a:rPr lang="en-GB" dirty="0"/>
              <a:t> that will eventually be turned into </a:t>
            </a:r>
            <a:r>
              <a:rPr lang="en-GB" dirty="0">
                <a:solidFill>
                  <a:schemeClr val="tx2"/>
                </a:solidFill>
              </a:rPr>
              <a:t>real </a:t>
            </a:r>
            <a:r>
              <a:rPr lang="en-GB" dirty="0"/>
              <a:t>code and executed</a:t>
            </a:r>
          </a:p>
        </p:txBody>
      </p:sp>
    </p:spTree>
    <p:extLst>
      <p:ext uri="{BB962C8B-B14F-4D97-AF65-F5344CB8AC3E}">
        <p14:creationId xmlns:p14="http://schemas.microsoft.com/office/powerpoint/2010/main" val="1811039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208912" cy="1154097"/>
          </a:xfrm>
        </p:spPr>
        <p:txBody>
          <a:bodyPr>
            <a:normAutofit/>
          </a:bodyPr>
          <a:lstStyle/>
          <a:p>
            <a:r>
              <a:rPr lang="en-GB" dirty="0"/>
              <a:t>Common programming terms found in Pseudocode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2313112"/>
            <a:ext cx="9036496" cy="4392488"/>
          </a:xfrm>
        </p:spPr>
        <p:txBody>
          <a:bodyPr>
            <a:normAutofit fontScale="85000" lnSpcReduction="10000"/>
          </a:bodyPr>
          <a:lstStyle/>
          <a:p>
            <a:pPr fontAlgn="base"/>
            <a:r>
              <a:rPr lang="en-GB" b="1" dirty="0">
                <a:solidFill>
                  <a:schemeClr val="tx2"/>
                </a:solidFill>
              </a:rPr>
              <a:t>Input</a:t>
            </a:r>
            <a:r>
              <a:rPr lang="en-GB" dirty="0"/>
              <a:t> – indicates user interaction (clicking a button or typing in a text box)</a:t>
            </a:r>
            <a:br>
              <a:rPr lang="en-GB" dirty="0"/>
            </a:br>
            <a:endParaRPr lang="en-GB" dirty="0"/>
          </a:p>
          <a:p>
            <a:pPr fontAlgn="base"/>
            <a:r>
              <a:rPr lang="en-GB" b="1" dirty="0">
                <a:solidFill>
                  <a:schemeClr val="tx2"/>
                </a:solidFill>
              </a:rPr>
              <a:t>Output</a:t>
            </a:r>
            <a:r>
              <a:rPr lang="en-GB" dirty="0"/>
              <a:t> – indicates feedback (message box/dialog window or a sound/ beep)</a:t>
            </a:r>
            <a:br>
              <a:rPr lang="en-GB" dirty="0"/>
            </a:br>
            <a:endParaRPr lang="en-GB" dirty="0"/>
          </a:p>
          <a:p>
            <a:pPr fontAlgn="base"/>
            <a:r>
              <a:rPr lang="en-GB" b="1" dirty="0">
                <a:solidFill>
                  <a:schemeClr val="tx2"/>
                </a:solidFill>
              </a:rPr>
              <a:t>If </a:t>
            </a:r>
            <a:r>
              <a:rPr lang="en-GB" b="1" dirty="0"/>
              <a:t>– </a:t>
            </a:r>
            <a:r>
              <a:rPr lang="en-GB" b="1" dirty="0">
                <a:solidFill>
                  <a:schemeClr val="tx2"/>
                </a:solidFill>
              </a:rPr>
              <a:t>Then</a:t>
            </a:r>
            <a:r>
              <a:rPr lang="en-GB" b="1" dirty="0"/>
              <a:t> – </a:t>
            </a:r>
            <a:r>
              <a:rPr lang="en-GB" b="1" dirty="0">
                <a:solidFill>
                  <a:schemeClr val="tx2"/>
                </a:solidFill>
              </a:rPr>
              <a:t>Else</a:t>
            </a:r>
            <a:r>
              <a:rPr lang="en-GB" dirty="0"/>
              <a:t> – a decision (</a:t>
            </a:r>
            <a:r>
              <a:rPr lang="en-GB" b="1" dirty="0">
                <a:solidFill>
                  <a:schemeClr val="tx2"/>
                </a:solidFill>
              </a:rPr>
              <a:t>selection</a:t>
            </a:r>
            <a:r>
              <a:rPr lang="en-GB" dirty="0"/>
              <a:t>) in which a choice is made</a:t>
            </a:r>
            <a:br>
              <a:rPr lang="en-GB" dirty="0"/>
            </a:br>
            <a:endParaRPr lang="en-GB" dirty="0"/>
          </a:p>
          <a:p>
            <a:pPr fontAlgn="base"/>
            <a:r>
              <a:rPr lang="en-GB" b="1" dirty="0">
                <a:solidFill>
                  <a:schemeClr val="tx2"/>
                </a:solidFill>
              </a:rPr>
              <a:t>For</a:t>
            </a:r>
            <a:r>
              <a:rPr lang="en-GB" dirty="0"/>
              <a:t> – loops through a block of code a number of times (</a:t>
            </a:r>
            <a:r>
              <a:rPr lang="en-GB" dirty="0">
                <a:solidFill>
                  <a:schemeClr val="tx2"/>
                </a:solidFill>
              </a:rPr>
              <a:t>iteration</a:t>
            </a:r>
            <a:r>
              <a:rPr lang="en-GB" dirty="0"/>
              <a:t>)</a:t>
            </a:r>
            <a:br>
              <a:rPr lang="en-GB" dirty="0"/>
            </a:br>
            <a:endParaRPr lang="en-GB" dirty="0"/>
          </a:p>
          <a:p>
            <a:pPr fontAlgn="base"/>
            <a:r>
              <a:rPr lang="en-GB" b="1" dirty="0">
                <a:solidFill>
                  <a:schemeClr val="tx2"/>
                </a:solidFill>
              </a:rPr>
              <a:t>While</a:t>
            </a:r>
            <a:r>
              <a:rPr lang="en-GB" dirty="0"/>
              <a:t> – a loop (</a:t>
            </a:r>
            <a:r>
              <a:rPr lang="en-GB" dirty="0">
                <a:solidFill>
                  <a:schemeClr val="tx2"/>
                </a:solidFill>
              </a:rPr>
              <a:t>iteration</a:t>
            </a:r>
            <a:r>
              <a:rPr lang="en-GB" dirty="0"/>
              <a:t>) which loops through a block of code while a specified condition is true</a:t>
            </a:r>
            <a:br>
              <a:rPr lang="en-GB" dirty="0"/>
            </a:br>
            <a:endParaRPr lang="en-GB" dirty="0"/>
          </a:p>
          <a:p>
            <a:pPr marL="4572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9815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0974" y="685800"/>
            <a:ext cx="8208912" cy="1154097"/>
          </a:xfrm>
        </p:spPr>
        <p:txBody>
          <a:bodyPr>
            <a:normAutofit/>
          </a:bodyPr>
          <a:lstStyle/>
          <a:p>
            <a:r>
              <a:rPr lang="en-GB" dirty="0"/>
              <a:t>Pseudocode Example for Speed Limit in pedestrian 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362200"/>
            <a:ext cx="9036496" cy="4495800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GB" sz="2400" dirty="0">
                <a:solidFill>
                  <a:schemeClr val="tx2"/>
                </a:solidFill>
              </a:rPr>
              <a:t>If</a:t>
            </a:r>
            <a:r>
              <a:rPr lang="en-GB" sz="2400" dirty="0"/>
              <a:t> car speed is greater than 30 mph </a:t>
            </a:r>
            <a:r>
              <a:rPr lang="en-GB" sz="2400" dirty="0">
                <a:solidFill>
                  <a:schemeClr val="tx2"/>
                </a:solidFill>
              </a:rPr>
              <a:t>Then</a:t>
            </a:r>
          </a:p>
          <a:p>
            <a:pPr lvl="1" fontAlgn="base"/>
            <a:r>
              <a:rPr lang="en-GB" sz="2400" dirty="0"/>
              <a:t>Display sad face </a:t>
            </a:r>
          </a:p>
          <a:p>
            <a:pPr lvl="1" fontAlgn="base"/>
            <a:r>
              <a:rPr lang="en-GB" sz="2400" dirty="0"/>
              <a:t>Display car speed</a:t>
            </a:r>
          </a:p>
          <a:p>
            <a:pPr lvl="1" fontAlgn="base"/>
            <a:endParaRPr lang="en-GB" sz="2400" dirty="0"/>
          </a:p>
          <a:p>
            <a:pPr fontAlgn="base"/>
            <a:r>
              <a:rPr lang="en-GB" sz="2400" dirty="0">
                <a:solidFill>
                  <a:schemeClr val="tx2"/>
                </a:solidFill>
              </a:rPr>
              <a:t>Else</a:t>
            </a:r>
          </a:p>
          <a:p>
            <a:pPr lvl="1" fontAlgn="base"/>
            <a:r>
              <a:rPr lang="en-GB" sz="2400" dirty="0"/>
              <a:t>Display happy face</a:t>
            </a:r>
          </a:p>
          <a:p>
            <a:pPr lvl="1" fontAlgn="base"/>
            <a:r>
              <a:rPr lang="en-GB" sz="2400" dirty="0"/>
              <a:t>Display car speed</a:t>
            </a:r>
          </a:p>
          <a:p>
            <a:pPr fontAlgn="base"/>
            <a:r>
              <a:rPr lang="en-GB" sz="2400" dirty="0">
                <a:solidFill>
                  <a:schemeClr val="tx2"/>
                </a:solidFill>
              </a:rPr>
              <a:t>End If</a:t>
            </a:r>
            <a:br>
              <a:rPr lang="en-GB" dirty="0"/>
            </a:br>
            <a:endParaRPr lang="en-GB" dirty="0"/>
          </a:p>
          <a:p>
            <a:pPr marL="4572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87417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{38541FE1-BA34-2D46-BDD9-01037E333095}tf10001122</Template>
  <TotalTime>144</TotalTime>
  <Words>370</Words>
  <Application>Microsoft Macintosh PowerPoint</Application>
  <PresentationFormat>On-screen Show (4:3)</PresentationFormat>
  <Paragraphs>36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Tw Cen MT</vt:lpstr>
      <vt:lpstr>Circuit</vt:lpstr>
      <vt:lpstr>Functional and Non-Functional Requirements</vt:lpstr>
      <vt:lpstr>What are Functional Requirements?</vt:lpstr>
      <vt:lpstr>What are Non - Functional Requirements?</vt:lpstr>
      <vt:lpstr>What is a Functional Requirement of a Car?</vt:lpstr>
      <vt:lpstr>What is a Functional Requirement of a Car?</vt:lpstr>
      <vt:lpstr>What is a Non-Functional Requirement of a Car?</vt:lpstr>
      <vt:lpstr>Non-Functional Requirements of a Car</vt:lpstr>
      <vt:lpstr>PowerPoint Presentation</vt:lpstr>
      <vt:lpstr>What is Pseudocode ?</vt:lpstr>
      <vt:lpstr>Pseudo – Dictionary Meaning</vt:lpstr>
      <vt:lpstr>What is Pseudocode ?</vt:lpstr>
      <vt:lpstr>Common programming terms found in Pseudocode Examples</vt:lpstr>
      <vt:lpstr>Pseudocode Example for Speed Limit in pedestrian area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Requirements</dc:title>
  <dc:creator>Douglas Scott</dc:creator>
  <cp:lastModifiedBy>Arsalan Rashid</cp:lastModifiedBy>
  <cp:revision>15</cp:revision>
  <dcterms:created xsi:type="dcterms:W3CDTF">2012-05-11T06:36:49Z</dcterms:created>
  <dcterms:modified xsi:type="dcterms:W3CDTF">2019-11-19T10:15:24Z</dcterms:modified>
</cp:coreProperties>
</file>