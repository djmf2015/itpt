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75" r:id="rId3"/>
    <p:sldId id="280" r:id="rId4"/>
    <p:sldId id="273" r:id="rId5"/>
    <p:sldId id="277" r:id="rId6"/>
    <p:sldId id="276" r:id="rId7"/>
    <p:sldId id="281" r:id="rId8"/>
    <p:sldId id="27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5" autoAdjust="0"/>
    <p:restoredTop sz="94628" autoAdjust="0"/>
  </p:normalViewPr>
  <p:slideViewPr>
    <p:cSldViewPr>
      <p:cViewPr varScale="1">
        <p:scale>
          <a:sx n="105" d="100"/>
          <a:sy n="105" d="100"/>
        </p:scale>
        <p:origin x="118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4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02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87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14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683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709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77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4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94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50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70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30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3002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33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09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82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46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89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947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artofunittesting.com/definition-of-a-unit-tes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code.tutsplus.com/articles/the-beginners-guide-to-unit-testing-what-is-unit-testing--wp-25728" TargetMode="External"/><Relationship Id="rId2" Type="http://schemas.openxmlformats.org/officeDocument/2006/relationships/hyperlink" Target="http://artofunittesting.com/definition-of-a-unit-test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n.wikipedia.org/wiki/Unit_testing" TargetMode="External"/><Relationship Id="rId4" Type="http://schemas.openxmlformats.org/officeDocument/2006/relationships/hyperlink" Target="http://msdn.microsoft.com/en-us/library/aa292197(v=vs.71).asp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1447800"/>
            <a:ext cx="7772400" cy="914400"/>
          </a:xfrm>
        </p:spPr>
        <p:txBody>
          <a:bodyPr>
            <a:normAutofit/>
          </a:bodyPr>
          <a:lstStyle/>
          <a:p>
            <a:r>
              <a:rPr lang="en-GB" dirty="0" smtClean="0"/>
              <a:t>Software Testing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2362200"/>
            <a:ext cx="6400800" cy="9144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Unit Testing</a:t>
            </a:r>
          </a:p>
        </p:txBody>
      </p:sp>
      <p:pic>
        <p:nvPicPr>
          <p:cNvPr id="5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815585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53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Unit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2675467"/>
            <a:ext cx="7924800" cy="3450696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This is low level testing of individual functional units</a:t>
            </a:r>
          </a:p>
          <a:p>
            <a:r>
              <a:rPr lang="en-GB" sz="3200" dirty="0" smtClean="0"/>
              <a:t>It should be automated</a:t>
            </a:r>
          </a:p>
          <a:p>
            <a:r>
              <a:rPr lang="en-GB" sz="3200" dirty="0" smtClean="0"/>
              <a:t>Good unit testing is the foundation of a robust system</a:t>
            </a:r>
          </a:p>
          <a:p>
            <a:r>
              <a:rPr lang="en-GB" sz="3200" i="1" dirty="0" smtClean="0"/>
              <a:t>Write some code – write a test</a:t>
            </a:r>
            <a:endParaRPr lang="en-GB" sz="3200" i="1" dirty="0"/>
          </a:p>
        </p:txBody>
      </p:sp>
    </p:spTree>
    <p:extLst>
      <p:ext uri="{BB962C8B-B14F-4D97-AF65-F5344CB8AC3E}">
        <p14:creationId xmlns:p14="http://schemas.microsoft.com/office/powerpoint/2010/main" val="213562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Unit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2514600"/>
            <a:ext cx="7924800" cy="3611563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The kinds of tests you write have already been discussed:</a:t>
            </a:r>
          </a:p>
          <a:p>
            <a:pPr lvl="1"/>
            <a:r>
              <a:rPr lang="en-GB" sz="3000" dirty="0" smtClean="0"/>
              <a:t>Normal data</a:t>
            </a:r>
          </a:p>
          <a:p>
            <a:pPr lvl="1"/>
            <a:r>
              <a:rPr lang="en-GB" sz="3000" dirty="0" smtClean="0"/>
              <a:t>Boundary data</a:t>
            </a:r>
          </a:p>
          <a:p>
            <a:pPr lvl="1"/>
            <a:r>
              <a:rPr lang="en-GB" sz="3000" dirty="0" smtClean="0"/>
              <a:t>Exceptional data</a:t>
            </a:r>
          </a:p>
          <a:p>
            <a:r>
              <a:rPr lang="en-GB" sz="3200" dirty="0" smtClean="0"/>
              <a:t>Because you are testing small units of code, these </a:t>
            </a:r>
            <a:r>
              <a:rPr lang="en-GB" sz="3200" smtClean="0"/>
              <a:t>are easier </a:t>
            </a:r>
            <a:r>
              <a:rPr lang="en-GB" sz="3200" dirty="0" smtClean="0"/>
              <a:t>to write.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4436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Unit Being Tested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0" y="2514600"/>
            <a:ext cx="7696200" cy="3200400"/>
          </a:xfrm>
        </p:spPr>
        <p:txBody>
          <a:bodyPr>
            <a:normAutofit fontScale="92500" lnSpcReduction="10000"/>
          </a:bodyPr>
          <a:lstStyle/>
          <a:p>
            <a:pPr marL="0" lvl="1" indent="0">
              <a:buNone/>
            </a:pPr>
            <a:r>
              <a:rPr lang="en-GB" sz="3200" dirty="0"/>
              <a:t>A </a:t>
            </a:r>
            <a:r>
              <a:rPr lang="en-GB" sz="3200" u="sng" dirty="0"/>
              <a:t>unit of work</a:t>
            </a:r>
            <a:r>
              <a:rPr lang="en-GB" sz="3200" dirty="0"/>
              <a:t> is a single logical </a:t>
            </a:r>
            <a:r>
              <a:rPr lang="en-GB" sz="3200" dirty="0" smtClean="0"/>
              <a:t>function in </a:t>
            </a:r>
            <a:r>
              <a:rPr lang="en-GB" sz="3200" dirty="0"/>
              <a:t>the system that can be invoked by some public </a:t>
            </a:r>
            <a:r>
              <a:rPr lang="en-GB" sz="3200" dirty="0" smtClean="0"/>
              <a:t>interface. </a:t>
            </a:r>
            <a:r>
              <a:rPr lang="en-GB" sz="3200" dirty="0"/>
              <a:t>A </a:t>
            </a:r>
            <a:r>
              <a:rPr lang="en-GB" sz="3200" u="sng" dirty="0"/>
              <a:t>unit of work</a:t>
            </a:r>
            <a:r>
              <a:rPr lang="en-GB" sz="3200" dirty="0"/>
              <a:t> can span a single method, a whole class or multiple classes working together to achieve one single logical purpose that can be verified.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068353"/>
            <a:ext cx="6535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Roy </a:t>
            </a:r>
            <a:r>
              <a:rPr lang="en-GB" dirty="0" err="1" smtClean="0"/>
              <a:t>Osherove</a:t>
            </a:r>
            <a:r>
              <a:rPr lang="en-GB" dirty="0" smtClean="0"/>
              <a:t>  </a:t>
            </a:r>
            <a:r>
              <a:rPr lang="en-GB" dirty="0">
                <a:hlinkClick r:id="rId2"/>
              </a:rPr>
              <a:t>http://artofunittesting.com/definition-of-a-unit-test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832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Automated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514600"/>
            <a:ext cx="8001000" cy="3611563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The general name for these tools is </a:t>
            </a:r>
            <a:r>
              <a:rPr lang="en-GB" sz="3200" dirty="0" err="1" smtClean="0"/>
              <a:t>xUnit</a:t>
            </a:r>
            <a:endParaRPr lang="en-GB" sz="3200" dirty="0" smtClean="0"/>
          </a:p>
          <a:p>
            <a:r>
              <a:rPr lang="en-GB" sz="3200" dirty="0" smtClean="0"/>
              <a:t>The original was </a:t>
            </a:r>
            <a:r>
              <a:rPr lang="en-GB" sz="3200" dirty="0" err="1" smtClean="0"/>
              <a:t>SUnit</a:t>
            </a:r>
            <a:r>
              <a:rPr lang="en-GB" sz="3200" dirty="0" smtClean="0"/>
              <a:t> for Smalltalk</a:t>
            </a:r>
          </a:p>
          <a:p>
            <a:pPr lvl="1"/>
            <a:r>
              <a:rPr lang="en-GB" sz="3000" dirty="0" smtClean="0"/>
              <a:t>Developed by Kent Beck</a:t>
            </a:r>
          </a:p>
          <a:p>
            <a:r>
              <a:rPr lang="en-GB" sz="3200" dirty="0" smtClean="0"/>
              <a:t>The first port was </a:t>
            </a:r>
            <a:r>
              <a:rPr lang="en-GB" sz="3200" dirty="0" err="1" smtClean="0"/>
              <a:t>JUnit</a:t>
            </a:r>
            <a:r>
              <a:rPr lang="en-GB" sz="3200" dirty="0" smtClean="0"/>
              <a:t> for Java</a:t>
            </a:r>
          </a:p>
          <a:p>
            <a:r>
              <a:rPr lang="en-GB" sz="3200" dirty="0" smtClean="0"/>
              <a:t>Now </a:t>
            </a:r>
            <a:r>
              <a:rPr lang="en-GB" sz="3200" dirty="0" err="1" smtClean="0"/>
              <a:t>NUnit</a:t>
            </a:r>
            <a:r>
              <a:rPr lang="en-GB" sz="3200" dirty="0" smtClean="0"/>
              <a:t> for .NET languages </a:t>
            </a:r>
          </a:p>
          <a:p>
            <a:r>
              <a:rPr lang="en-GB" sz="3200" dirty="0" smtClean="0"/>
              <a:t>…and many other languages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12950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Automated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14600"/>
            <a:ext cx="7408333" cy="3611563"/>
          </a:xfrm>
        </p:spPr>
        <p:txBody>
          <a:bodyPr>
            <a:normAutofit lnSpcReduction="10000"/>
          </a:bodyPr>
          <a:lstStyle/>
          <a:p>
            <a:r>
              <a:rPr lang="en-GB" sz="3200" dirty="0"/>
              <a:t>Eclipse</a:t>
            </a:r>
          </a:p>
          <a:p>
            <a:pPr lvl="1"/>
            <a:r>
              <a:rPr lang="en-GB" sz="3000" dirty="0"/>
              <a:t>Integrated testing for Java, C++ and other supported languages</a:t>
            </a:r>
          </a:p>
          <a:p>
            <a:r>
              <a:rPr lang="en-GB" sz="3200" dirty="0" smtClean="0"/>
              <a:t>Microsoft Visual Studio</a:t>
            </a:r>
          </a:p>
          <a:p>
            <a:pPr lvl="1"/>
            <a:r>
              <a:rPr lang="en-GB" sz="3000" dirty="0" smtClean="0"/>
              <a:t>Integrated testing for all .NET languages</a:t>
            </a:r>
          </a:p>
          <a:p>
            <a:r>
              <a:rPr lang="en-GB" sz="3200" dirty="0" smtClean="0"/>
              <a:t>NetBeans</a:t>
            </a:r>
          </a:p>
        </p:txBody>
      </p:sp>
    </p:spTree>
    <p:extLst>
      <p:ext uri="{BB962C8B-B14F-4D97-AF65-F5344CB8AC3E}">
        <p14:creationId xmlns:p14="http://schemas.microsoft.com/office/powerpoint/2010/main" val="251405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Unit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2514600"/>
            <a:ext cx="7848599" cy="3611563"/>
          </a:xfrm>
        </p:spPr>
        <p:txBody>
          <a:bodyPr>
            <a:normAutofit fontScale="85000" lnSpcReduction="20000"/>
          </a:bodyPr>
          <a:lstStyle/>
          <a:p>
            <a:r>
              <a:rPr lang="en-GB" sz="2800" dirty="0" smtClean="0"/>
              <a:t>Write a unit of code (a method)</a:t>
            </a:r>
          </a:p>
          <a:p>
            <a:r>
              <a:rPr lang="en-GB" sz="2800" dirty="0" smtClean="0"/>
              <a:t>Design tests for that unit</a:t>
            </a:r>
          </a:p>
          <a:p>
            <a:r>
              <a:rPr lang="en-GB" sz="2800" dirty="0" smtClean="0"/>
              <a:t>Implement the tests </a:t>
            </a:r>
          </a:p>
          <a:p>
            <a:r>
              <a:rPr lang="en-GB" sz="2800" dirty="0" smtClean="0"/>
              <a:t>Run the tests</a:t>
            </a:r>
          </a:p>
          <a:p>
            <a:r>
              <a:rPr lang="en-GB" sz="2800" dirty="0" smtClean="0"/>
              <a:t>If they don’t pass, something is broken…</a:t>
            </a:r>
          </a:p>
          <a:p>
            <a:r>
              <a:rPr lang="en-GB" sz="2800" dirty="0" smtClean="0"/>
              <a:t>Fix it now</a:t>
            </a:r>
          </a:p>
          <a:p>
            <a:r>
              <a:rPr lang="en-GB" sz="2800" smtClean="0"/>
              <a:t>Run the tests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234505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Resources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362200"/>
            <a:ext cx="8153399" cy="4038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i="1" dirty="0" smtClean="0"/>
              <a:t>The Horse’s Mouth</a:t>
            </a:r>
            <a:endParaRPr lang="en-GB" dirty="0"/>
          </a:p>
          <a:p>
            <a:pPr marL="301943" lvl="1" indent="0">
              <a:spcAft>
                <a:spcPts val="600"/>
              </a:spcAft>
              <a:buNone/>
            </a:pPr>
            <a:r>
              <a:rPr lang="en-GB" sz="2000" u="sng" dirty="0" smtClean="0">
                <a:hlinkClick r:id="rId2"/>
              </a:rPr>
              <a:t>http</a:t>
            </a:r>
            <a:r>
              <a:rPr lang="en-GB" sz="2000" u="sng" dirty="0">
                <a:hlinkClick r:id="rId2"/>
              </a:rPr>
              <a:t>://artofunittesting.com/definition-of-a-unit-test/</a:t>
            </a:r>
            <a:endParaRPr lang="en-GB" sz="2000" dirty="0"/>
          </a:p>
          <a:p>
            <a:pPr marL="0" indent="0">
              <a:spcBef>
                <a:spcPts val="600"/>
              </a:spcBef>
              <a:buNone/>
            </a:pPr>
            <a:r>
              <a:rPr lang="en-GB" i="1" dirty="0"/>
              <a:t>Useful </a:t>
            </a:r>
            <a:r>
              <a:rPr lang="en-GB" i="1" dirty="0" smtClean="0"/>
              <a:t>Introduction</a:t>
            </a:r>
            <a:endParaRPr lang="en-GB" dirty="0"/>
          </a:p>
          <a:p>
            <a:pPr marL="301943" lvl="1" indent="0">
              <a:spcAft>
                <a:spcPts val="600"/>
              </a:spcAft>
              <a:buNone/>
            </a:pPr>
            <a:r>
              <a:rPr lang="en-GB" sz="2000" u="sng" dirty="0">
                <a:hlinkClick r:id="rId3"/>
              </a:rPr>
              <a:t>http://code.tutsplus.com/articles/the-beginners-guide-to-unit-testing-what-is-unit-testing--wp-25728</a:t>
            </a:r>
            <a:endParaRPr lang="en-GB" sz="2000" dirty="0"/>
          </a:p>
          <a:p>
            <a:pPr marL="0" indent="0">
              <a:buNone/>
            </a:pPr>
            <a:r>
              <a:rPr lang="en-GB" i="1" dirty="0"/>
              <a:t>Microsoft on </a:t>
            </a:r>
            <a:r>
              <a:rPr lang="en-GB" i="1" dirty="0" smtClean="0"/>
              <a:t>Unit Testing</a:t>
            </a:r>
            <a:endParaRPr lang="en-GB" dirty="0"/>
          </a:p>
          <a:p>
            <a:pPr marL="301943" lvl="1" indent="0">
              <a:spcAft>
                <a:spcPts val="600"/>
              </a:spcAft>
              <a:buNone/>
            </a:pPr>
            <a:r>
              <a:rPr lang="en-GB" sz="2000" u="sng" dirty="0">
                <a:hlinkClick r:id="rId4"/>
              </a:rPr>
              <a:t>http://msdn.microsoft.com/en-us/library/aa292197(v=vs.71).aspx</a:t>
            </a:r>
            <a:endParaRPr lang="en-GB" sz="2000" dirty="0"/>
          </a:p>
          <a:p>
            <a:pPr marL="0" indent="0">
              <a:buNone/>
            </a:pPr>
            <a:r>
              <a:rPr lang="en-GB" i="1" dirty="0"/>
              <a:t>The Wiki </a:t>
            </a:r>
            <a:r>
              <a:rPr lang="en-GB" i="1" dirty="0" smtClean="0"/>
              <a:t>Overview</a:t>
            </a:r>
            <a:endParaRPr lang="en-GB" dirty="0"/>
          </a:p>
          <a:p>
            <a:pPr marL="301943" lvl="1" indent="0">
              <a:buNone/>
            </a:pPr>
            <a:r>
              <a:rPr lang="en-GB" sz="2000" u="sng" dirty="0">
                <a:hlinkClick r:id="rId5"/>
              </a:rPr>
              <a:t>http://en.wikipedia.org/wiki/Unit_testing</a:t>
            </a:r>
            <a:endParaRPr lang="en-GB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495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1201</TotalTime>
  <Words>210</Words>
  <Application>Microsoft Office PowerPoint</Application>
  <PresentationFormat>On-screen Show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Tw Cen MT</vt:lpstr>
      <vt:lpstr>Circuit</vt:lpstr>
      <vt:lpstr>Software Testing</vt:lpstr>
      <vt:lpstr>Unit Testing</vt:lpstr>
      <vt:lpstr>Unit Testing</vt:lpstr>
      <vt:lpstr>The Unit Being Tested</vt:lpstr>
      <vt:lpstr>Automated Testing</vt:lpstr>
      <vt:lpstr>Automated Testing</vt:lpstr>
      <vt:lpstr>Unit Testing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 Analysis &amp; Design</dc:title>
  <dc:creator>andreas.schoter</dc:creator>
  <cp:lastModifiedBy>Arsalan Rashid</cp:lastModifiedBy>
  <cp:revision>153</cp:revision>
  <dcterms:created xsi:type="dcterms:W3CDTF">2006-08-16T00:00:00Z</dcterms:created>
  <dcterms:modified xsi:type="dcterms:W3CDTF">2019-11-18T16:37:25Z</dcterms:modified>
</cp:coreProperties>
</file>