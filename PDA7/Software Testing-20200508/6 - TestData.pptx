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73" r:id="rId3"/>
    <p:sldId id="274" r:id="rId4"/>
    <p:sldId id="280" r:id="rId5"/>
    <p:sldId id="275" r:id="rId6"/>
    <p:sldId id="281" r:id="rId7"/>
    <p:sldId id="276" r:id="rId8"/>
    <p:sldId id="282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628" autoAdjust="0"/>
  </p:normalViewPr>
  <p:slideViewPr>
    <p:cSldViewPr>
      <p:cViewPr varScale="1">
        <p:scale>
          <a:sx n="105" d="100"/>
          <a:sy n="105" d="100"/>
        </p:scale>
        <p:origin x="118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94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619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2126" y="581114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1940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050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2126" y="581114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3025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hlinkClick r:id="rId2"/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02126" y="581114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884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82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11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331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29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7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4131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33570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7090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69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19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12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80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29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5000" y="1447800"/>
            <a:ext cx="7772400" cy="1447800"/>
          </a:xfrm>
        </p:spPr>
        <p:txBody>
          <a:bodyPr>
            <a:normAutofit/>
          </a:bodyPr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Testing Software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800" y="2895600"/>
            <a:ext cx="6400800" cy="914400"/>
          </a:xfrm>
        </p:spPr>
        <p:txBody>
          <a:bodyPr>
            <a:normAutofit/>
          </a:bodyPr>
          <a:lstStyle/>
          <a:p>
            <a:r>
              <a:rPr lang="en-GB" sz="3200" dirty="0" smtClean="0"/>
              <a:t>Test Data</a:t>
            </a:r>
          </a:p>
        </p:txBody>
      </p:sp>
      <p:pic>
        <p:nvPicPr>
          <p:cNvPr id="5" name="Picture 4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240" y="576072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53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Types of Test Data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362200"/>
            <a:ext cx="8077199" cy="3962400"/>
          </a:xfrm>
        </p:spPr>
        <p:txBody>
          <a:bodyPr>
            <a:normAutofit fontScale="92500" lnSpcReduction="20000"/>
          </a:bodyPr>
          <a:lstStyle/>
          <a:p>
            <a:r>
              <a:rPr lang="en-GB" sz="3200" dirty="0" smtClean="0"/>
              <a:t>Normal data</a:t>
            </a:r>
          </a:p>
          <a:p>
            <a:pPr lvl="1"/>
            <a:r>
              <a:rPr lang="en-GB" sz="3000" dirty="0" smtClean="0"/>
              <a:t>Captures </a:t>
            </a:r>
            <a:r>
              <a:rPr lang="en-GB" sz="3000" i="1" dirty="0" smtClean="0"/>
              <a:t>typical</a:t>
            </a:r>
            <a:r>
              <a:rPr lang="en-GB" sz="3000" dirty="0" smtClean="0"/>
              <a:t> inputs</a:t>
            </a:r>
          </a:p>
          <a:p>
            <a:r>
              <a:rPr lang="en-GB" sz="3200" dirty="0" smtClean="0"/>
              <a:t>Boundary data</a:t>
            </a:r>
          </a:p>
          <a:p>
            <a:pPr lvl="1"/>
            <a:r>
              <a:rPr lang="en-GB" sz="3000" dirty="0" smtClean="0"/>
              <a:t>Also known as extreme data</a:t>
            </a:r>
          </a:p>
          <a:p>
            <a:pPr lvl="1"/>
            <a:r>
              <a:rPr lang="en-GB" sz="3000" dirty="0" smtClean="0"/>
              <a:t>Identifies inputs at the </a:t>
            </a:r>
            <a:r>
              <a:rPr lang="en-GB" sz="3000" i="1" dirty="0" smtClean="0"/>
              <a:t>edges of acceptability</a:t>
            </a:r>
          </a:p>
          <a:p>
            <a:r>
              <a:rPr lang="en-GB" sz="3200" dirty="0" smtClean="0"/>
              <a:t>Exceptional data</a:t>
            </a:r>
          </a:p>
          <a:p>
            <a:pPr lvl="1"/>
            <a:r>
              <a:rPr lang="en-GB" sz="3000" dirty="0" smtClean="0"/>
              <a:t>Identifies </a:t>
            </a:r>
            <a:r>
              <a:rPr lang="en-GB" sz="3000" i="1" dirty="0" smtClean="0"/>
              <a:t>illegal</a:t>
            </a:r>
            <a:r>
              <a:rPr lang="en-GB" sz="3000" dirty="0" smtClean="0"/>
              <a:t> input data</a:t>
            </a:r>
          </a:p>
          <a:p>
            <a:pPr lvl="1"/>
            <a:endParaRPr lang="en-GB" sz="3000" dirty="0"/>
          </a:p>
        </p:txBody>
      </p:sp>
    </p:spTree>
    <p:extLst>
      <p:ext uri="{BB962C8B-B14F-4D97-AF65-F5344CB8AC3E}">
        <p14:creationId xmlns:p14="http://schemas.microsoft.com/office/powerpoint/2010/main" val="1728320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Normal Data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675467"/>
            <a:ext cx="7924799" cy="3450696"/>
          </a:xfrm>
        </p:spPr>
        <p:txBody>
          <a:bodyPr>
            <a:normAutofit/>
          </a:bodyPr>
          <a:lstStyle/>
          <a:p>
            <a:r>
              <a:rPr lang="en-GB" sz="3200" dirty="0" smtClean="0"/>
              <a:t>Tests normal functioning of the system</a:t>
            </a:r>
          </a:p>
          <a:p>
            <a:r>
              <a:rPr lang="en-GB" sz="3200" dirty="0" smtClean="0"/>
              <a:t>Data that the system should accept with no problems</a:t>
            </a:r>
          </a:p>
          <a:p>
            <a:r>
              <a:rPr lang="en-GB" sz="3200" dirty="0" smtClean="0"/>
              <a:t>Well within the expected range 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083819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Normal Data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679192"/>
            <a:ext cx="4267200" cy="3733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 smtClean="0">
                <a:latin typeface="Consolas" pitchFamily="49" charset="0"/>
                <a:cs typeface="Consolas" pitchFamily="49" charset="0"/>
              </a:rPr>
              <a:t>if (data &lt;= 0) {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 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display error1</a:t>
            </a:r>
          </a:p>
          <a:p>
            <a:pPr marL="0" indent="0">
              <a:buNone/>
            </a:pPr>
            <a:r>
              <a:rPr lang="en-GB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pPr marL="0" indent="0">
              <a:buNone/>
            </a:pPr>
            <a:r>
              <a:rPr lang="en-GB" dirty="0" smtClean="0">
                <a:latin typeface="Consolas" pitchFamily="49" charset="0"/>
                <a:cs typeface="Consolas" pitchFamily="49" charset="0"/>
              </a:rPr>
              <a:t>else if (data &gt; 100) {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 </a:t>
            </a:r>
            <a:r>
              <a:rPr lang="en-GB" dirty="0" smtClean="0">
                <a:latin typeface="Consolas" pitchFamily="49" charset="0"/>
                <a:cs typeface="Consolas" pitchFamily="49" charset="0"/>
              </a:rPr>
              <a:t> display error2</a:t>
            </a:r>
          </a:p>
          <a:p>
            <a:pPr marL="0" indent="0">
              <a:buNone/>
            </a:pPr>
            <a:r>
              <a:rPr lang="en-GB" dirty="0" smtClean="0">
                <a:latin typeface="Consolas" pitchFamily="49" charset="0"/>
                <a:cs typeface="Consolas" pitchFamily="49" charset="0"/>
              </a:rPr>
              <a:t>} </a:t>
            </a:r>
          </a:p>
          <a:p>
            <a:pPr marL="0" indent="0">
              <a:buNone/>
            </a:pPr>
            <a:r>
              <a:rPr lang="en-GB" dirty="0" smtClean="0">
                <a:latin typeface="Consolas" pitchFamily="49" charset="0"/>
                <a:cs typeface="Consolas" pitchFamily="49" charset="0"/>
              </a:rPr>
              <a:t>else {</a:t>
            </a:r>
          </a:p>
          <a:p>
            <a:pPr marL="0" indent="0">
              <a:buNone/>
            </a:pPr>
            <a:r>
              <a:rPr lang="en-GB" dirty="0" smtClean="0">
                <a:latin typeface="Consolas" pitchFamily="49" charset="0"/>
                <a:cs typeface="Consolas" pitchFamily="49" charset="0"/>
              </a:rPr>
              <a:t>  store data</a:t>
            </a:r>
          </a:p>
          <a:p>
            <a:pPr marL="0" indent="0">
              <a:buNone/>
            </a:pPr>
            <a:r>
              <a:rPr lang="en-GB" dirty="0" smtClean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76800" y="2679192"/>
            <a:ext cx="3810000" cy="3447288"/>
          </a:xfrm>
        </p:spPr>
        <p:txBody>
          <a:bodyPr>
            <a:normAutofit fontScale="77500" lnSpcReduction="20000"/>
          </a:bodyPr>
          <a:lstStyle/>
          <a:p>
            <a:r>
              <a:rPr lang="en-GB" dirty="0" smtClean="0"/>
              <a:t>The program should store the data:</a:t>
            </a:r>
          </a:p>
          <a:p>
            <a:pPr lvl="1"/>
            <a:r>
              <a:rPr lang="en-GB" sz="3000" dirty="0" smtClean="0"/>
              <a:t>10</a:t>
            </a:r>
          </a:p>
          <a:p>
            <a:pPr lvl="1"/>
            <a:r>
              <a:rPr lang="en-GB" sz="3000" dirty="0" smtClean="0"/>
              <a:t>20</a:t>
            </a:r>
          </a:p>
          <a:p>
            <a:pPr lvl="1"/>
            <a:r>
              <a:rPr lang="en-GB" sz="3000" dirty="0" smtClean="0"/>
              <a:t>50</a:t>
            </a:r>
          </a:p>
          <a:p>
            <a:pPr lvl="1"/>
            <a:r>
              <a:rPr lang="en-GB" sz="3000" dirty="0" smtClean="0"/>
              <a:t>75</a:t>
            </a:r>
          </a:p>
          <a:p>
            <a:pPr lvl="1"/>
            <a:r>
              <a:rPr lang="en-GB" sz="3000" dirty="0" smtClean="0"/>
              <a:t>90</a:t>
            </a:r>
          </a:p>
          <a:p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67194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Boundary Data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2514600"/>
            <a:ext cx="80009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Tests the edge cases in the system</a:t>
            </a:r>
          </a:p>
          <a:p>
            <a:r>
              <a:rPr lang="en-GB" sz="3200" dirty="0" smtClean="0"/>
              <a:t>Some of the test points should be accepted</a:t>
            </a:r>
          </a:p>
          <a:p>
            <a:r>
              <a:rPr lang="en-GB" sz="3200" dirty="0" smtClean="0"/>
              <a:t>Some of the test points should be rejected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401349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Boundary Data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>
          <a:xfrm>
            <a:off x="381000" y="2438400"/>
            <a:ext cx="4117847" cy="4038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if (data &lt;= 0) {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  display error1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} 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else if (data &gt; 100) {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  display error2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} 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else {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  store data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876800" y="2679192"/>
            <a:ext cx="3590544" cy="3721608"/>
          </a:xfrm>
        </p:spPr>
        <p:txBody>
          <a:bodyPr>
            <a:normAutofit fontScale="77500" lnSpcReduction="20000"/>
          </a:bodyPr>
          <a:lstStyle/>
          <a:p>
            <a:r>
              <a:rPr lang="en-GB" sz="3300" dirty="0" smtClean="0"/>
              <a:t>Test </a:t>
            </a:r>
            <a:r>
              <a:rPr lang="en-GB" sz="3300" dirty="0" smtClean="0">
                <a:latin typeface="Consolas" pitchFamily="49" charset="0"/>
                <a:cs typeface="Consolas" pitchFamily="49" charset="0"/>
              </a:rPr>
              <a:t>error1</a:t>
            </a:r>
            <a:r>
              <a:rPr lang="en-GB" sz="3300" dirty="0" smtClean="0"/>
              <a:t> state</a:t>
            </a:r>
          </a:p>
          <a:p>
            <a:pPr lvl="1"/>
            <a:r>
              <a:rPr lang="en-GB" sz="3000" dirty="0" smtClean="0"/>
              <a:t>-1</a:t>
            </a:r>
          </a:p>
          <a:p>
            <a:pPr lvl="1"/>
            <a:r>
              <a:rPr lang="en-GB" sz="3000" dirty="0" smtClean="0"/>
              <a:t>0</a:t>
            </a:r>
          </a:p>
          <a:p>
            <a:pPr lvl="1"/>
            <a:r>
              <a:rPr lang="en-GB" sz="3000" dirty="0" smtClean="0"/>
              <a:t>1</a:t>
            </a:r>
          </a:p>
          <a:p>
            <a:r>
              <a:rPr lang="en-GB" sz="3300" dirty="0" smtClean="0"/>
              <a:t>Test </a:t>
            </a:r>
            <a:r>
              <a:rPr lang="en-GB" sz="3300" dirty="0" smtClean="0">
                <a:latin typeface="Consolas" pitchFamily="49" charset="0"/>
                <a:cs typeface="Consolas" pitchFamily="49" charset="0"/>
              </a:rPr>
              <a:t>error2</a:t>
            </a:r>
            <a:r>
              <a:rPr lang="en-GB" sz="3300" dirty="0" smtClean="0"/>
              <a:t> state</a:t>
            </a:r>
          </a:p>
          <a:p>
            <a:pPr lvl="1"/>
            <a:r>
              <a:rPr lang="en-GB" sz="3100" dirty="0" smtClean="0"/>
              <a:t>99</a:t>
            </a:r>
          </a:p>
          <a:p>
            <a:pPr lvl="1"/>
            <a:r>
              <a:rPr lang="en-GB" sz="3100" dirty="0" smtClean="0"/>
              <a:t>100</a:t>
            </a:r>
          </a:p>
          <a:p>
            <a:pPr lvl="1"/>
            <a:r>
              <a:rPr lang="en-GB" sz="3100" dirty="0" smtClean="0"/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67400" y="3110805"/>
            <a:ext cx="266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2800" dirty="0" smtClean="0"/>
              <a:t>Display error1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2800" dirty="0" smtClean="0"/>
              <a:t>Display error1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2800" dirty="0" smtClean="0"/>
              <a:t>Store data</a:t>
            </a:r>
            <a:endParaRPr lang="en-GB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6096000" y="4863405"/>
            <a:ext cx="2667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GB" sz="2800" dirty="0" smtClean="0"/>
              <a:t>Store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2800"/>
              <a:t>Store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GB" sz="2800" smtClean="0"/>
              <a:t>error2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307275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Exceptional Data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2514600"/>
            <a:ext cx="8077199" cy="3611563"/>
          </a:xfrm>
        </p:spPr>
        <p:txBody>
          <a:bodyPr>
            <a:normAutofit/>
          </a:bodyPr>
          <a:lstStyle/>
          <a:p>
            <a:r>
              <a:rPr lang="en-GB" sz="3200" dirty="0" smtClean="0"/>
              <a:t>Data of the wrong type</a:t>
            </a:r>
          </a:p>
          <a:p>
            <a:r>
              <a:rPr lang="en-GB" sz="3200" dirty="0" smtClean="0"/>
              <a:t>Data that </a:t>
            </a:r>
            <a:r>
              <a:rPr lang="en-GB" sz="3200" i="1" dirty="0" smtClean="0"/>
              <a:t>may</a:t>
            </a:r>
            <a:r>
              <a:rPr lang="en-GB" sz="3200" dirty="0" smtClean="0"/>
              <a:t> cause the program to crash</a:t>
            </a:r>
          </a:p>
          <a:p>
            <a:r>
              <a:rPr lang="en-GB" sz="3200" dirty="0" smtClean="0"/>
              <a:t>The program should, at least, display an error message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187104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Exceptional Data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868252" y="2371344"/>
            <a:ext cx="4117847" cy="38100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if (data &lt;= 0) {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  display error1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} 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else if (data &gt; 100) {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  display error2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} 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else {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  store data</a:t>
            </a:r>
          </a:p>
          <a:p>
            <a:pPr marL="0" indent="0">
              <a:buNone/>
            </a:pPr>
            <a:r>
              <a:rPr lang="en-GB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marL="0" indent="0">
              <a:buNone/>
            </a:pP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4986099" y="2377440"/>
            <a:ext cx="3810000" cy="3447288"/>
          </a:xfrm>
        </p:spPr>
        <p:txBody>
          <a:bodyPr>
            <a:normAutofit fontScale="77500" lnSpcReduction="20000"/>
          </a:bodyPr>
          <a:lstStyle/>
          <a:p>
            <a:r>
              <a:rPr lang="en-GB" sz="2800" dirty="0" smtClean="0">
                <a:latin typeface="Consolas" pitchFamily="49" charset="0"/>
                <a:cs typeface="Consolas" pitchFamily="49" charset="0"/>
              </a:rPr>
              <a:t>″Joe″</a:t>
            </a:r>
          </a:p>
          <a:p>
            <a:r>
              <a:rPr lang="en-GB" sz="2800" dirty="0" smtClean="0">
                <a:latin typeface="Consolas" pitchFamily="49" charset="0"/>
                <a:cs typeface="Consolas" pitchFamily="49" charset="0"/>
              </a:rPr>
              <a:t>null</a:t>
            </a:r>
          </a:p>
          <a:p>
            <a:r>
              <a:rPr lang="en-GB" sz="2800" dirty="0" smtClean="0">
                <a:latin typeface="Consolas" pitchFamily="49" charset="0"/>
                <a:cs typeface="Consolas" pitchFamily="49" charset="0"/>
              </a:rPr>
              <a:t>″50″</a:t>
            </a:r>
          </a:p>
          <a:p>
            <a:r>
              <a:rPr lang="en-GB" sz="2800" dirty="0" smtClean="0">
                <a:latin typeface="Consolas" pitchFamily="49" charset="0"/>
                <a:cs typeface="Consolas" pitchFamily="49" charset="0"/>
              </a:rPr>
              <a:t>Exactly what will happen…?</a:t>
            </a:r>
            <a:endParaRPr lang="en-GB" sz="2800" dirty="0" smtClean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31612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953</TotalTime>
  <Words>245</Words>
  <Application>Microsoft Office PowerPoint</Application>
  <PresentationFormat>On-screen Show (4:3)</PresentationFormat>
  <Paragraphs>76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Consolas</vt:lpstr>
      <vt:lpstr>Trebuchet MS</vt:lpstr>
      <vt:lpstr>Tw Cen MT</vt:lpstr>
      <vt:lpstr>Circuit</vt:lpstr>
      <vt:lpstr> Testing Software</vt:lpstr>
      <vt:lpstr>Types of Test Data</vt:lpstr>
      <vt:lpstr>Normal Data</vt:lpstr>
      <vt:lpstr>Normal Data</vt:lpstr>
      <vt:lpstr>Boundary Data</vt:lpstr>
      <vt:lpstr>Boundary Data</vt:lpstr>
      <vt:lpstr>Exceptional Data</vt:lpstr>
      <vt:lpstr>Exceptional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 Analysis &amp; Design</dc:title>
  <dc:creator>andreas.schoter</dc:creator>
  <cp:lastModifiedBy>Arsalan Rashid</cp:lastModifiedBy>
  <cp:revision>133</cp:revision>
  <dcterms:created xsi:type="dcterms:W3CDTF">2006-08-16T00:00:00Z</dcterms:created>
  <dcterms:modified xsi:type="dcterms:W3CDTF">2019-11-18T16:40:57Z</dcterms:modified>
</cp:coreProperties>
</file>