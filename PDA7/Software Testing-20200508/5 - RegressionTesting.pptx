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5" r:id="rId3"/>
    <p:sldId id="277" r:id="rId4"/>
    <p:sldId id="278" r:id="rId5"/>
    <p:sldId id="276" r:id="rId6"/>
    <p:sldId id="280" r:id="rId7"/>
    <p:sldId id="281" r:id="rId8"/>
    <p:sldId id="282" r:id="rId9"/>
    <p:sldId id="284" r:id="rId10"/>
    <p:sldId id="279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0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2868" y="5767700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130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7482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63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828233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16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4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2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19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8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6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740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57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1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42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16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5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GB/library/aa292167(v=vs.71).aspx" TargetMode="External"/><Relationship Id="rId2" Type="http://schemas.openxmlformats.org/officeDocument/2006/relationships/hyperlink" Target="http://www.softwaretestinghelp.com/regression-testing-tools-and-metho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Regression_tes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447800"/>
            <a:ext cx="7772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Software Testing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2362200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Regression Testing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800" cy="37338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The testing of individual functional units has been done (unit testing).</a:t>
            </a:r>
          </a:p>
          <a:p>
            <a:r>
              <a:rPr lang="en-GB" sz="3200" dirty="0" smtClean="0"/>
              <a:t>Individual functional units have been combined together and tested (integration testing).</a:t>
            </a:r>
          </a:p>
          <a:p>
            <a:r>
              <a:rPr lang="en-GB" sz="3200" dirty="0" smtClean="0"/>
              <a:t>Need to test that everything continues to work correctly after every change made to the system</a:t>
            </a:r>
          </a:p>
          <a:p>
            <a:r>
              <a:rPr lang="en-GB" sz="3200" i="1" dirty="0"/>
              <a:t>Automated repetition of unit &amp; integration tests.</a:t>
            </a:r>
          </a:p>
          <a:p>
            <a:pPr marL="0" indent="0">
              <a:buNone/>
            </a:pP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213562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Bug Fixing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7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Unfortunately, experience shows that fixing bugs can introduce new faults</a:t>
            </a:r>
          </a:p>
          <a:p>
            <a:endParaRPr lang="en-GB" sz="3200" dirty="0" smtClean="0"/>
          </a:p>
          <a:p>
            <a:r>
              <a:rPr lang="en-GB" sz="3200" dirty="0" smtClean="0"/>
              <a:t>Or expose existing but hidden bugs.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1363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New Tests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Sometimes a fix is adequately tested by existing tests,</a:t>
            </a:r>
          </a:p>
          <a:p>
            <a:r>
              <a:rPr lang="en-GB" sz="3200" dirty="0" smtClean="0"/>
              <a:t>Sometimes a fix needs new tests to be written.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8157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 Strategy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 fixed bugs immediately</a:t>
            </a:r>
          </a:p>
          <a:p>
            <a:r>
              <a:rPr lang="en-GB" sz="3200" dirty="0" smtClean="0"/>
              <a:t>Look for side effects to your fixes</a:t>
            </a:r>
            <a:endParaRPr lang="en-GB" sz="3200" dirty="0"/>
          </a:p>
          <a:p>
            <a:endParaRPr lang="en-GB" sz="3200" dirty="0" smtClean="0"/>
          </a:p>
          <a:p>
            <a:r>
              <a:rPr lang="en-GB" sz="3200" dirty="0" smtClean="0"/>
              <a:t>Regression testing can be a good time to re-evaluate your unit &amp; integration tests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6475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Build Strategy</a:t>
            </a:r>
            <a:endParaRPr lang="en-GB" dirty="0"/>
          </a:p>
        </p:txBody>
      </p:sp>
      <p:pic>
        <p:nvPicPr>
          <p:cNvPr id="1026" name="Picture 2" descr="C:\Users\andreas.schoter.LEARN\AppData\Local\Microsoft\Windows\Temporary Internet Files\Content.IE5\REVQ946D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186" y="1979789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214" y="4837279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943" y="5257800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614" y="4419600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2934820">
            <a:off x="5593896" y="3880578"/>
            <a:ext cx="1837646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 rot="5400000">
            <a:off x="4564180" y="4285545"/>
            <a:ext cx="1563511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 rot="8705834">
            <a:off x="3105206" y="3705164"/>
            <a:ext cx="1837646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28717" y="2013364"/>
            <a:ext cx="37289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chemeClr val="tx2"/>
                </a:solidFill>
              </a:rPr>
              <a:t>Each developer in the team</a:t>
            </a:r>
          </a:p>
          <a:p>
            <a:r>
              <a:rPr lang="en-GB" sz="2400" dirty="0" smtClean="0">
                <a:solidFill>
                  <a:schemeClr val="tx2"/>
                </a:solidFill>
              </a:rPr>
              <a:t>checks out a local copy of</a:t>
            </a:r>
          </a:p>
          <a:p>
            <a:r>
              <a:rPr lang="en-GB" sz="2400" dirty="0" smtClean="0">
                <a:solidFill>
                  <a:schemeClr val="tx2"/>
                </a:solidFill>
              </a:rPr>
              <a:t>the code base to work on.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33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Build Strategy</a:t>
            </a:r>
            <a:endParaRPr lang="en-GB" dirty="0"/>
          </a:p>
        </p:txBody>
      </p:sp>
      <p:pic>
        <p:nvPicPr>
          <p:cNvPr id="1026" name="Picture 2" descr="C:\Users\andreas.schoter.LEARN\AppData\Local\Microsoft\Windows\Temporary Internet Files\Content.IE5\REVQ946D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186" y="1979789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214" y="4837279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943" y="5257800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614" y="4419600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5816" y="1979789"/>
            <a:ext cx="41921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chemeClr val="tx2"/>
                </a:solidFill>
              </a:rPr>
              <a:t>A developer usually works on 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their local copy of the code,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independently of the others.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r>
              <a:rPr lang="en-GB" sz="2400" dirty="0" smtClean="0">
                <a:solidFill>
                  <a:schemeClr val="tx2"/>
                </a:solidFill>
              </a:rPr>
              <a:t>They will run any tests for their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own sections of code.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9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Build Strategy</a:t>
            </a:r>
            <a:endParaRPr lang="en-GB" dirty="0"/>
          </a:p>
        </p:txBody>
      </p:sp>
      <p:pic>
        <p:nvPicPr>
          <p:cNvPr id="1026" name="Picture 2" descr="C:\Users\andreas.schoter.LEARN\AppData\Local\Microsoft\Windows\Temporary Internet Files\Content.IE5\REVQ946D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186" y="1979789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214" y="4837279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943" y="5257800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614" y="4419600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13690208">
            <a:off x="5593896" y="3880578"/>
            <a:ext cx="1837646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 rot="16200000">
            <a:off x="4564180" y="4285545"/>
            <a:ext cx="1563511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 rot="19462631">
            <a:off x="3105206" y="3705164"/>
            <a:ext cx="1837646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28717" y="2013364"/>
            <a:ext cx="3805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chemeClr val="tx2"/>
                </a:solidFill>
              </a:rPr>
              <a:t>Each developer then checks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their work back into the 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repository.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94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Build Strategy</a:t>
            </a:r>
            <a:endParaRPr lang="en-GB" dirty="0"/>
          </a:p>
        </p:txBody>
      </p:sp>
      <p:pic>
        <p:nvPicPr>
          <p:cNvPr id="1026" name="Picture 2" descr="C:\Users\andreas.schoter.LEARN\AppData\Local\Microsoft\Windows\Temporary Internet Files\Content.IE5\REVQ946D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186" y="1979789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214" y="4837279"/>
            <a:ext cx="104498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2934820">
            <a:off x="5593896" y="3880578"/>
            <a:ext cx="1837646" cy="38100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28717" y="2076271"/>
            <a:ext cx="41392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>
                <a:solidFill>
                  <a:schemeClr val="tx2"/>
                </a:solidFill>
              </a:rPr>
              <a:t>The team leader will check out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the merged code and perform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a basic sanity check and run all</a:t>
            </a:r>
            <a:br>
              <a:rPr lang="en-GB" sz="2400" dirty="0" smtClean="0">
                <a:solidFill>
                  <a:schemeClr val="tx2"/>
                </a:solidFill>
              </a:rPr>
            </a:br>
            <a:r>
              <a:rPr lang="en-GB" sz="2400" dirty="0" smtClean="0">
                <a:solidFill>
                  <a:schemeClr val="tx2"/>
                </a:solidFill>
              </a:rPr>
              <a:t>the regression tests.</a:t>
            </a:r>
            <a:endParaRPr lang="en-GB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1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Regression Strategy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Typically a suite of tests is developed that is run after every commit and build</a:t>
            </a:r>
            <a:r>
              <a:rPr lang="en-GB" sz="3200" dirty="0"/>
              <a:t> </a:t>
            </a:r>
            <a:r>
              <a:rPr lang="en-GB" sz="3200" dirty="0" smtClean="0"/>
              <a:t>cycle.</a:t>
            </a:r>
          </a:p>
          <a:p>
            <a:r>
              <a:rPr lang="en-GB" sz="3200" dirty="0" smtClean="0"/>
              <a:t>Any bugs that are revealed by regression tests are fixed before moving on to the next iteration.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7109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362200"/>
            <a:ext cx="8458200" cy="40386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800" i="1" dirty="0" smtClean="0"/>
              <a:t>Useful Introduction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>
                <a:hlinkClick r:id="rId2"/>
              </a:rPr>
              <a:t>http://www.softwaretestinghelp.com/regression-testing-tools-and-methods</a:t>
            </a:r>
            <a:r>
              <a:rPr lang="en-GB" sz="2400" dirty="0" smtClean="0">
                <a:hlinkClick r:id="rId2"/>
              </a:rPr>
              <a:t>/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 smtClean="0"/>
              <a:t>Microsoft </a:t>
            </a:r>
            <a:r>
              <a:rPr lang="en-GB" sz="2800" i="1" dirty="0"/>
              <a:t>on </a:t>
            </a:r>
            <a:r>
              <a:rPr lang="en-GB" sz="2800" i="1" dirty="0" smtClean="0"/>
              <a:t>Regression Testing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>
                <a:hlinkClick r:id="rId3"/>
              </a:rPr>
              <a:t>http://msdn.microsoft.com/en-GB/library/aa292167(v=vs.71).aspx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 smtClean="0"/>
              <a:t>The </a:t>
            </a:r>
            <a:r>
              <a:rPr lang="en-GB" sz="2800" i="1" dirty="0"/>
              <a:t>Wiki </a:t>
            </a:r>
            <a:r>
              <a:rPr lang="en-GB" sz="2800" i="1" dirty="0" smtClean="0"/>
              <a:t>Overview</a:t>
            </a:r>
            <a:endParaRPr lang="en-GB" sz="2800" dirty="0"/>
          </a:p>
          <a:p>
            <a:pPr marL="301943" lvl="1" indent="0">
              <a:buNone/>
            </a:pPr>
            <a:r>
              <a:rPr lang="en-GB" sz="2400" dirty="0">
                <a:hlinkClick r:id="rId4"/>
              </a:rPr>
              <a:t>http://</a:t>
            </a:r>
            <a:r>
              <a:rPr lang="en-GB" sz="2400" dirty="0" smtClean="0">
                <a:hlinkClick r:id="rId4"/>
              </a:rPr>
              <a:t>en.wikipedia.org/wiki/Regression_testing</a:t>
            </a:r>
            <a:endParaRPr lang="en-GB" sz="2400" dirty="0" smtClean="0"/>
          </a:p>
          <a:p>
            <a:pPr marL="301943" lvl="1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4495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1169</TotalTime>
  <Words>225</Words>
  <Application>Microsoft Office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Tw Cen MT</vt:lpstr>
      <vt:lpstr>Circuit</vt:lpstr>
      <vt:lpstr>Software Testing</vt:lpstr>
      <vt:lpstr>Regression Testing</vt:lpstr>
      <vt:lpstr>Bug Fixing</vt:lpstr>
      <vt:lpstr>New Tests</vt:lpstr>
      <vt:lpstr>Regression Strategy</vt:lpstr>
      <vt:lpstr>Build Strategy</vt:lpstr>
      <vt:lpstr>Build Strategy</vt:lpstr>
      <vt:lpstr>Build Strategy</vt:lpstr>
      <vt:lpstr>Build Strategy</vt:lpstr>
      <vt:lpstr>Regression Strategy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170</cp:revision>
  <dcterms:created xsi:type="dcterms:W3CDTF">2006-08-16T00:00:00Z</dcterms:created>
  <dcterms:modified xsi:type="dcterms:W3CDTF">2019-11-18T16:39:30Z</dcterms:modified>
</cp:coreProperties>
</file>