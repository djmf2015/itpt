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7" r:id="rId3"/>
    <p:sldId id="267" r:id="rId4"/>
    <p:sldId id="268" r:id="rId5"/>
    <p:sldId id="272" r:id="rId6"/>
    <p:sldId id="271" r:id="rId7"/>
    <p:sldId id="269" r:id="rId8"/>
    <p:sldId id="279" r:id="rId9"/>
    <p:sldId id="278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28" autoAdjust="0"/>
  </p:normalViewPr>
  <p:slideViewPr>
    <p:cSldViewPr>
      <p:cViewPr varScale="1">
        <p:scale>
          <a:sx n="70" d="100"/>
          <a:sy n="70" d="100"/>
        </p:scale>
        <p:origin x="111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3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28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02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35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28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5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3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8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2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00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9821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53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28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56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13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3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60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1524000"/>
          </a:xfrm>
        </p:spPr>
        <p:txBody>
          <a:bodyPr>
            <a:normAutofit/>
          </a:bodyPr>
          <a:lstStyle/>
          <a:p>
            <a:r>
              <a:rPr lang="en-GB" dirty="0" smtClean="0"/>
              <a:t>Testing Software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53246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Designing Tests</a:t>
            </a:r>
          </a:p>
        </p:txBody>
      </p:sp>
      <p:pic>
        <p:nvPicPr>
          <p:cNvPr id="5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6576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Designing Tests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2895601"/>
            <a:ext cx="7772399" cy="25145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 smtClean="0"/>
              <a:t>What kinds of things do you need to consider when you are designing tests?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04924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1" y="2675467"/>
            <a:ext cx="7772400" cy="3191933"/>
          </a:xfrm>
        </p:spPr>
        <p:txBody>
          <a:bodyPr>
            <a:normAutofit lnSpcReduction="10000"/>
          </a:bodyPr>
          <a:lstStyle/>
          <a:p>
            <a:r>
              <a:rPr lang="en-GB" sz="3200" dirty="0" smtClean="0"/>
              <a:t>Structural Testing</a:t>
            </a:r>
          </a:p>
          <a:p>
            <a:pPr lvl="1"/>
            <a:r>
              <a:rPr lang="en-GB" sz="3000" dirty="0" smtClean="0"/>
              <a:t>Also known as white box testing</a:t>
            </a:r>
          </a:p>
          <a:p>
            <a:pPr lvl="1"/>
            <a:r>
              <a:rPr lang="en-GB" sz="3000" dirty="0" smtClean="0"/>
              <a:t>glass </a:t>
            </a:r>
            <a:r>
              <a:rPr lang="en-GB" sz="3000" dirty="0" smtClean="0"/>
              <a:t>box testing</a:t>
            </a:r>
          </a:p>
          <a:p>
            <a:r>
              <a:rPr lang="en-GB" sz="3200" dirty="0" smtClean="0"/>
              <a:t>Functional Testing</a:t>
            </a:r>
          </a:p>
          <a:p>
            <a:pPr lvl="1"/>
            <a:r>
              <a:rPr lang="en-GB" sz="3000" dirty="0" smtClean="0"/>
              <a:t>Also known as black box testing</a:t>
            </a:r>
          </a:p>
          <a:p>
            <a:endParaRPr lang="en-GB" sz="3200" dirty="0" smtClean="0"/>
          </a:p>
          <a:p>
            <a:endParaRPr lang="en-GB" sz="3200" dirty="0" smtClean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7855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Structural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009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Tests the inner workings of the software</a:t>
            </a:r>
          </a:p>
          <a:p>
            <a:r>
              <a:rPr lang="en-GB" sz="3200" dirty="0" smtClean="0"/>
              <a:t>Requires knowledge of the implementation</a:t>
            </a:r>
          </a:p>
          <a:p>
            <a:pPr lvl="1"/>
            <a:r>
              <a:rPr lang="en-GB" sz="3000" dirty="0" smtClean="0"/>
              <a:t>Reading the code</a:t>
            </a:r>
          </a:p>
          <a:p>
            <a:r>
              <a:rPr lang="en-GB" sz="3200" dirty="0" smtClean="0"/>
              <a:t>Written by one of the development team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1527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Structural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Structural tests typically used during</a:t>
            </a:r>
          </a:p>
          <a:p>
            <a:pPr lvl="1"/>
            <a:r>
              <a:rPr lang="en-GB" sz="3000" dirty="0" smtClean="0"/>
              <a:t>Unit testing</a:t>
            </a:r>
          </a:p>
          <a:p>
            <a:pPr lvl="1"/>
            <a:r>
              <a:rPr lang="en-GB" sz="3000" dirty="0" smtClean="0"/>
              <a:t>Integration testing</a:t>
            </a:r>
          </a:p>
          <a:p>
            <a:pPr lvl="1"/>
            <a:r>
              <a:rPr lang="en-GB" sz="3000" dirty="0" smtClean="0"/>
              <a:t>Regression testing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55140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Structural Testing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76656" y="2332038"/>
            <a:ext cx="3822192" cy="639762"/>
          </a:xfrm>
        </p:spPr>
        <p:txBody>
          <a:bodyPr/>
          <a:lstStyle/>
          <a:p>
            <a:r>
              <a:rPr lang="en-GB" sz="2800" dirty="0" smtClean="0"/>
              <a:t>Advantages</a:t>
            </a:r>
            <a:endParaRPr lang="en-GB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971800"/>
            <a:ext cx="4040187" cy="31543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Easy to automate</a:t>
            </a:r>
          </a:p>
          <a:p>
            <a:r>
              <a:rPr lang="en-GB" sz="2400" dirty="0" smtClean="0"/>
              <a:t>Can be very thorough</a:t>
            </a:r>
          </a:p>
          <a:p>
            <a:r>
              <a:rPr lang="en-GB" sz="2400" dirty="0" smtClean="0"/>
              <a:t>Can help optimize the code</a:t>
            </a:r>
          </a:p>
          <a:p>
            <a:r>
              <a:rPr lang="en-GB" sz="2400" dirty="0" smtClean="0"/>
              <a:t>Can help the programmer think about the solution</a:t>
            </a:r>
          </a:p>
          <a:p>
            <a:endParaRPr lang="en-GB" sz="2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8200" y="2332037"/>
            <a:ext cx="3822192" cy="639762"/>
          </a:xfrm>
        </p:spPr>
        <p:txBody>
          <a:bodyPr>
            <a:normAutofit/>
          </a:bodyPr>
          <a:lstStyle/>
          <a:p>
            <a:r>
              <a:rPr lang="en-GB" sz="2800" dirty="0" smtClean="0"/>
              <a:t>Disadvantages</a:t>
            </a:r>
            <a:endParaRPr lang="en-GB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653497" y="2971800"/>
            <a:ext cx="4033303" cy="3154363"/>
          </a:xfrm>
        </p:spPr>
        <p:txBody>
          <a:bodyPr>
            <a:normAutofit fontScale="85000" lnSpcReduction="10000"/>
          </a:bodyPr>
          <a:lstStyle/>
          <a:p>
            <a:r>
              <a:rPr lang="en-GB" sz="2400" dirty="0" smtClean="0"/>
              <a:t>Needs a detailed understanding of the code</a:t>
            </a:r>
          </a:p>
          <a:p>
            <a:r>
              <a:rPr lang="en-GB" sz="2400" dirty="0" smtClean="0"/>
              <a:t>Can be hard to cover every case</a:t>
            </a:r>
          </a:p>
          <a:p>
            <a:r>
              <a:rPr lang="en-GB" sz="2400" dirty="0" smtClean="0"/>
              <a:t>Only relates to the current implementation software</a:t>
            </a:r>
          </a:p>
          <a:p>
            <a:r>
              <a:rPr lang="en-GB" sz="2400" dirty="0" smtClean="0"/>
              <a:t>Does not find errors in the design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3762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Functional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8862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Tests the functions of the software </a:t>
            </a:r>
          </a:p>
          <a:p>
            <a:pPr lvl="1"/>
            <a:r>
              <a:rPr lang="en-GB" sz="3000" dirty="0" smtClean="0"/>
              <a:t>without reference to its implementation</a:t>
            </a:r>
          </a:p>
          <a:p>
            <a:r>
              <a:rPr lang="en-GB" sz="3200" dirty="0" smtClean="0"/>
              <a:t>Tests are derived from</a:t>
            </a:r>
          </a:p>
          <a:p>
            <a:pPr lvl="1"/>
            <a:r>
              <a:rPr lang="en-GB" sz="3000" dirty="0" smtClean="0"/>
              <a:t>Requirements</a:t>
            </a:r>
          </a:p>
          <a:p>
            <a:pPr lvl="1"/>
            <a:r>
              <a:rPr lang="en-GB" sz="3000" dirty="0" smtClean="0"/>
              <a:t>Specifications</a:t>
            </a:r>
          </a:p>
          <a:p>
            <a:pPr lvl="1"/>
            <a:r>
              <a:rPr lang="en-GB" sz="3000" dirty="0" smtClean="0"/>
              <a:t>Design documents</a:t>
            </a:r>
          </a:p>
          <a:p>
            <a:r>
              <a:rPr lang="en-GB" sz="3200" dirty="0" smtClean="0"/>
              <a:t>Can be written be analysts (or clients!)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8715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Functional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8100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Functional tests typically used during</a:t>
            </a:r>
          </a:p>
          <a:p>
            <a:pPr lvl="1"/>
            <a:r>
              <a:rPr lang="en-GB" sz="3000" dirty="0" smtClean="0"/>
              <a:t>Verification testing</a:t>
            </a:r>
          </a:p>
          <a:p>
            <a:pPr lvl="1"/>
            <a:r>
              <a:rPr lang="en-GB" sz="3000" dirty="0" smtClean="0"/>
              <a:t>System testing</a:t>
            </a:r>
          </a:p>
          <a:p>
            <a:pPr lvl="1"/>
            <a:r>
              <a:rPr lang="en-GB" sz="3000" dirty="0" smtClean="0"/>
              <a:t>Acceptance testing</a:t>
            </a:r>
          </a:p>
          <a:p>
            <a:r>
              <a:rPr lang="en-GB" sz="3200" dirty="0" smtClean="0"/>
              <a:t>Can also be used for</a:t>
            </a:r>
          </a:p>
          <a:p>
            <a:pPr lvl="1"/>
            <a:r>
              <a:rPr lang="en-GB" sz="3000" dirty="0" smtClean="0"/>
              <a:t>Unit testing</a:t>
            </a:r>
          </a:p>
          <a:p>
            <a:pPr lvl="1"/>
            <a:r>
              <a:rPr lang="en-GB" sz="3000" dirty="0" smtClean="0"/>
              <a:t>Integration testing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76373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Functional Testing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76656" y="2332038"/>
            <a:ext cx="3822192" cy="639762"/>
          </a:xfrm>
        </p:spPr>
        <p:txBody>
          <a:bodyPr/>
          <a:lstStyle/>
          <a:p>
            <a:r>
              <a:rPr lang="en-GB" sz="2800" dirty="0" smtClean="0"/>
              <a:t>Advantages</a:t>
            </a:r>
            <a:endParaRPr lang="en-GB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971800"/>
            <a:ext cx="4040187" cy="3154363"/>
          </a:xfrm>
        </p:spPr>
        <p:txBody>
          <a:bodyPr/>
          <a:lstStyle/>
          <a:p>
            <a:r>
              <a:rPr lang="en-GB" sz="2400" dirty="0" smtClean="0"/>
              <a:t>Can expose missing parts of the system</a:t>
            </a:r>
          </a:p>
          <a:p>
            <a:r>
              <a:rPr lang="en-GB" sz="2400" dirty="0" smtClean="0"/>
              <a:t>Can find design problems</a:t>
            </a:r>
          </a:p>
          <a:p>
            <a:r>
              <a:rPr lang="en-GB" sz="2400" dirty="0" smtClean="0"/>
              <a:t>More relevant to client requirements</a:t>
            </a:r>
            <a:endParaRPr lang="en-GB" sz="2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8200" y="2332037"/>
            <a:ext cx="3822192" cy="639762"/>
          </a:xfrm>
        </p:spPr>
        <p:txBody>
          <a:bodyPr>
            <a:normAutofit/>
          </a:bodyPr>
          <a:lstStyle/>
          <a:p>
            <a:r>
              <a:rPr lang="en-GB" sz="2800" dirty="0" smtClean="0"/>
              <a:t>Disadvantages</a:t>
            </a:r>
            <a:endParaRPr lang="en-GB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653497" y="2971800"/>
            <a:ext cx="4033303" cy="31543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Can miss error states in the code</a:t>
            </a:r>
          </a:p>
          <a:p>
            <a:r>
              <a:rPr lang="en-GB" sz="2400" dirty="0" smtClean="0"/>
              <a:t>Not all tests will be easily automatable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9076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Contemporary View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7924799" cy="38862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White &amp; black box identify extreme points of the possible testing strategies</a:t>
            </a:r>
          </a:p>
          <a:p>
            <a:r>
              <a:rPr lang="en-GB" sz="3200" dirty="0" smtClean="0"/>
              <a:t>The distinction is actually blurry</a:t>
            </a:r>
          </a:p>
          <a:p>
            <a:r>
              <a:rPr lang="en-GB" sz="3200" dirty="0" smtClean="0"/>
              <a:t>In reality tests are derived from documents (including source code) at many different levels of abstraction</a:t>
            </a:r>
          </a:p>
          <a:p>
            <a:r>
              <a:rPr lang="en-GB" sz="3200" dirty="0" smtClean="0"/>
              <a:t>Grey box testing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663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780</TotalTime>
  <Words>259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Testing Software</vt:lpstr>
      <vt:lpstr>Designing Tests</vt:lpstr>
      <vt:lpstr>Types of Testing</vt:lpstr>
      <vt:lpstr>Structural Testing</vt:lpstr>
      <vt:lpstr>Structural Testing</vt:lpstr>
      <vt:lpstr>Structural Testing</vt:lpstr>
      <vt:lpstr>Functional Testing</vt:lpstr>
      <vt:lpstr>Functional Testing</vt:lpstr>
      <vt:lpstr>Functional Testing</vt:lpstr>
      <vt:lpstr>The Contemporary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124</cp:revision>
  <dcterms:created xsi:type="dcterms:W3CDTF">2006-08-16T00:00:00Z</dcterms:created>
  <dcterms:modified xsi:type="dcterms:W3CDTF">2019-11-18T16:53:00Z</dcterms:modified>
</cp:coreProperties>
</file>